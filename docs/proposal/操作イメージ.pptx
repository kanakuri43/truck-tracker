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1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2D65E-6926-4DD6-89F7-EB73A00FD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8EBBB4-7AD5-4DAD-BC6B-9070955D6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EF91E1-910A-462E-8BD9-B4B26EB8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10E44-D47E-47EE-B8D6-4E3C2D03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6EC80F-B5C2-4A3B-9E7A-F2C548E2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10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53B7B-9852-46AA-8668-97CF7A9D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D58EF6-261A-4A53-A30F-8391D496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E4C6B0-3EC5-4A08-BB25-EE5172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257401-F3B4-4B06-BC5F-2B45E1CB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227AD-CBE0-4C3E-9646-99A9CC2A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46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C74EC5-D85A-45A4-8632-91436DBB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6364A8-A80A-4138-943E-CB6AC81C5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B02D8F-B55B-4331-9FD9-A32DF021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892663-08ED-4FE8-A9C2-FD339E42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31C83D-115F-494F-A43E-784E9722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43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E9D29-5508-4697-AEFB-BFE2AE5A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A16EF6-A35A-4C20-8500-B4C5DAAF9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6B582E-14E5-4A72-AD0A-20C4DF8AD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11EC3B-0C9C-4231-B1E1-415DD416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8E2F74-F348-4A52-9377-23FA01D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6CB62E-CAE5-4A36-905F-13672E6F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3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FE277-7145-4DED-8D4A-A00E55C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24E84-B9BD-46BD-BA00-BF88FCC85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2E7070-F2AF-48AD-8D53-B07C99BD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E779BA-D02D-47CB-BC82-45D750ABF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E87F29-490E-4354-AF30-D4AB1F654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152BFE-AFC0-4EB5-8786-14D9A358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F94EF3-83D6-4BFE-8C05-F9BC116B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E610F6-6CDA-4A68-8BED-468C814A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02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487E7D-CA0F-41F8-A855-7DF38C6F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11A372-D819-45FE-805C-5FE2A865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5732A55-BCB7-4854-B2F8-F1B5A6CD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2B61F9-8387-4FDD-9F5D-4147D3FC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1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91BC0A-277B-44D2-BD99-3CAF5811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2F732A-BF26-4875-8C65-75028D47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D2A6DC-C264-4623-9FBC-43782959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14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19EF0-4F21-42FA-88F8-507E11B4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8FBDE-C204-4208-BAB4-19A808C1E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35B8E5-5552-4E98-9243-F5A059A44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92AE69-F343-4999-AC62-0173D63C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53BDB0-401F-49A9-BCFE-E12657F0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3AD2FF-BC3C-4BAE-9DEA-4A20B188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28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6616B-F691-42FF-9288-0C444ED0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3B6ED44-D83C-424F-B0CD-E3BEC248A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57B53B-8C19-4444-9FBA-E8B56671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686F47-B868-4C33-9736-DE13BD9D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7AA0ED-F7EF-4B8B-B846-E7C4160E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73F4AA-8942-46CB-8929-3AE9911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35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E8417-B1F4-46F5-8D06-B7798613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13C6ED-6BEA-4ADB-915C-1BC13264B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0E1FE4-7D6E-44ED-A970-CF91153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29BFA-A456-4766-995C-A097B4C3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14FA95-0009-4F13-AD3A-CD046915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80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2F5AF4-60BD-466D-AA48-71E2DF496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C39306-8A3A-4661-BB9E-E01072324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366493-05F6-44CF-B53E-191366C2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8A3BAB-0658-4AB0-BE6A-3F39B299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335DB-2F58-482B-A371-E0EDCBA3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2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9D7BD5-684F-4483-B933-0C24B282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4A1BF-7C9D-42D4-A06C-CCB80AED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F14F3A-0B52-4386-9BE0-8A6D19057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1415-D1CA-4FF3-A594-58229DFFD8EF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D76F99-6DE9-4A81-BB4E-F9A236B73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64B0C5-794F-4F40-8903-191B61378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2EA2047C-10E5-4D86-8E7D-60322D2D571F}"/>
              </a:ext>
            </a:extLst>
          </p:cNvPr>
          <p:cNvSpPr/>
          <p:nvPr/>
        </p:nvSpPr>
        <p:spPr>
          <a:xfrm>
            <a:off x="9334157" y="1163066"/>
            <a:ext cx="2798858" cy="5359179"/>
          </a:xfrm>
          <a:prstGeom prst="roundRect">
            <a:avLst>
              <a:gd name="adj" fmla="val 757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8091C672-2DB7-4BAB-86BB-F76427200C50}"/>
              </a:ext>
            </a:extLst>
          </p:cNvPr>
          <p:cNvSpPr/>
          <p:nvPr/>
        </p:nvSpPr>
        <p:spPr>
          <a:xfrm>
            <a:off x="6250051" y="1163066"/>
            <a:ext cx="2798858" cy="5359179"/>
          </a:xfrm>
          <a:prstGeom prst="roundRect">
            <a:avLst>
              <a:gd name="adj" fmla="val 81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42D45C3B-2BDF-402C-8E00-EBB6B2542C3F}"/>
              </a:ext>
            </a:extLst>
          </p:cNvPr>
          <p:cNvSpPr/>
          <p:nvPr/>
        </p:nvSpPr>
        <p:spPr>
          <a:xfrm>
            <a:off x="3130163" y="1163067"/>
            <a:ext cx="2798858" cy="5359179"/>
          </a:xfrm>
          <a:prstGeom prst="roundRect">
            <a:avLst>
              <a:gd name="adj" fmla="val 644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A617656-12E4-4C1D-9595-5AC057B711FB}"/>
              </a:ext>
            </a:extLst>
          </p:cNvPr>
          <p:cNvSpPr/>
          <p:nvPr/>
        </p:nvSpPr>
        <p:spPr>
          <a:xfrm>
            <a:off x="319245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1E9D2AB-B8EE-4B65-8C6A-3E249B8ED318}"/>
              </a:ext>
            </a:extLst>
          </p:cNvPr>
          <p:cNvSpPr/>
          <p:nvPr/>
        </p:nvSpPr>
        <p:spPr>
          <a:xfrm>
            <a:off x="6315987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735A631-2134-49B2-A0DD-327E5B2C7245}"/>
              </a:ext>
            </a:extLst>
          </p:cNvPr>
          <p:cNvSpPr/>
          <p:nvPr/>
        </p:nvSpPr>
        <p:spPr>
          <a:xfrm>
            <a:off x="940374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DF5F9D61-5B88-489F-A997-FC5B083AB90D}"/>
              </a:ext>
            </a:extLst>
          </p:cNvPr>
          <p:cNvSpPr/>
          <p:nvPr/>
        </p:nvSpPr>
        <p:spPr>
          <a:xfrm>
            <a:off x="63613" y="1165055"/>
            <a:ext cx="2798858" cy="5359179"/>
          </a:xfrm>
          <a:prstGeom prst="roundRect">
            <a:avLst>
              <a:gd name="adj" fmla="val 686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BF575CF-0986-4B1B-8FA6-C9253BBB20ED}"/>
              </a:ext>
            </a:extLst>
          </p:cNvPr>
          <p:cNvSpPr/>
          <p:nvPr/>
        </p:nvSpPr>
        <p:spPr>
          <a:xfrm>
            <a:off x="12457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877B49-018A-4B53-B3F0-CA3B3406E517}"/>
              </a:ext>
            </a:extLst>
          </p:cNvPr>
          <p:cNvSpPr/>
          <p:nvPr/>
        </p:nvSpPr>
        <p:spPr>
          <a:xfrm>
            <a:off x="319245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39CEF8-31BF-42FC-891E-D140BBA32A60}"/>
              </a:ext>
            </a:extLst>
          </p:cNvPr>
          <p:cNvSpPr/>
          <p:nvPr/>
        </p:nvSpPr>
        <p:spPr>
          <a:xfrm>
            <a:off x="3510504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出発 ＞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04AA8CD-2731-4B14-98CF-DF89DC2028C9}"/>
              </a:ext>
            </a:extLst>
          </p:cNvPr>
          <p:cNvSpPr/>
          <p:nvPr/>
        </p:nvSpPr>
        <p:spPr>
          <a:xfrm>
            <a:off x="6315988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ABB2914-8526-4225-9F94-01870A55EA59}"/>
              </a:ext>
            </a:extLst>
          </p:cNvPr>
          <p:cNvSpPr/>
          <p:nvPr/>
        </p:nvSpPr>
        <p:spPr>
          <a:xfrm>
            <a:off x="6634041" y="1960847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EB6D16A-2674-44EE-A7F4-D4CEF945870F}"/>
              </a:ext>
            </a:extLst>
          </p:cNvPr>
          <p:cNvSpPr/>
          <p:nvPr/>
        </p:nvSpPr>
        <p:spPr>
          <a:xfrm>
            <a:off x="6634040" y="237298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EEA37BAF-7284-4723-83CD-F69D57FA28AA}"/>
              </a:ext>
            </a:extLst>
          </p:cNvPr>
          <p:cNvSpPr/>
          <p:nvPr/>
        </p:nvSpPr>
        <p:spPr>
          <a:xfrm>
            <a:off x="6634040" y="308330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D4BD569-68D5-4CC5-A837-F6489FB2098C}"/>
              </a:ext>
            </a:extLst>
          </p:cNvPr>
          <p:cNvSpPr/>
          <p:nvPr/>
        </p:nvSpPr>
        <p:spPr>
          <a:xfrm>
            <a:off x="6634040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到着 ＞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7D01E9D-77DB-46D1-9E4C-DF4A2A272B20}"/>
              </a:ext>
            </a:extLst>
          </p:cNvPr>
          <p:cNvSpPr/>
          <p:nvPr/>
        </p:nvSpPr>
        <p:spPr>
          <a:xfrm>
            <a:off x="12457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kumimoji="1"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kumimoji="1"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kumimoji="1"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570FB50-9F8C-410E-994A-E030CAEBDFD8}"/>
              </a:ext>
            </a:extLst>
          </p:cNvPr>
          <p:cNvGrpSpPr/>
          <p:nvPr/>
        </p:nvGrpSpPr>
        <p:grpSpPr>
          <a:xfrm>
            <a:off x="442625" y="1960847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497D15AE-E1DE-4DF4-93BA-355F25F7C820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55</a:t>
              </a:r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号車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402FD717-C4D7-4F00-AADB-9EB4ED2E05E5}"/>
                </a:ext>
              </a:extLst>
            </p:cNvPr>
            <p:cNvSpPr/>
            <p:nvPr/>
          </p:nvSpPr>
          <p:spPr>
            <a:xfrm>
              <a:off x="3317020" y="1940117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404911DD-99B3-4966-A143-5DF6ACAF02E4}"/>
              </a:ext>
            </a:extLst>
          </p:cNvPr>
          <p:cNvSpPr/>
          <p:nvPr/>
        </p:nvSpPr>
        <p:spPr>
          <a:xfrm>
            <a:off x="442622" y="5229980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次へ ＞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95EB06A4-664A-4912-8A46-F1C279FD5C60}"/>
              </a:ext>
            </a:extLst>
          </p:cNvPr>
          <p:cNvSpPr/>
          <p:nvPr/>
        </p:nvSpPr>
        <p:spPr>
          <a:xfrm>
            <a:off x="3511166" y="1970123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38624AC-9CDC-4606-A04D-2DA2E1928E44}"/>
              </a:ext>
            </a:extLst>
          </p:cNvPr>
          <p:cNvSpPr/>
          <p:nvPr/>
        </p:nvSpPr>
        <p:spPr>
          <a:xfrm>
            <a:off x="3511165" y="2382265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70CC6EDC-C033-4A99-A37F-A3C6752167F2}"/>
              </a:ext>
            </a:extLst>
          </p:cNvPr>
          <p:cNvGrpSpPr/>
          <p:nvPr/>
        </p:nvGrpSpPr>
        <p:grpSpPr>
          <a:xfrm>
            <a:off x="442625" y="2372989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49" name="四角形: 角を丸くする 48">
              <a:extLst>
                <a:ext uri="{FF2B5EF4-FFF2-40B4-BE49-F238E27FC236}">
                  <a16:creationId xmlns:a16="http://schemas.microsoft.com/office/drawing/2014/main" id="{0E4DC878-9F36-44C1-82B4-C41130878632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月曜朝一市内便</a:t>
              </a:r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98BB28DE-5A20-42EB-BECF-122E441EED00}"/>
                </a:ext>
              </a:extLst>
            </p:cNvPr>
            <p:cNvSpPr/>
            <p:nvPr/>
          </p:nvSpPr>
          <p:spPr>
            <a:xfrm>
              <a:off x="3317020" y="1957345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411DF0C-B256-4E9B-A976-41B06F9ABCC1}"/>
              </a:ext>
            </a:extLst>
          </p:cNvPr>
          <p:cNvSpPr/>
          <p:nvPr/>
        </p:nvSpPr>
        <p:spPr>
          <a:xfrm>
            <a:off x="940374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42EA48DC-8C85-4716-AAC4-4212B1351D20}"/>
              </a:ext>
            </a:extLst>
          </p:cNvPr>
          <p:cNvSpPr/>
          <p:nvPr/>
        </p:nvSpPr>
        <p:spPr>
          <a:xfrm>
            <a:off x="9721795" y="1960847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340AFCB0-C9AF-43AF-AD67-937BFBA366B6}"/>
              </a:ext>
            </a:extLst>
          </p:cNvPr>
          <p:cNvSpPr/>
          <p:nvPr/>
        </p:nvSpPr>
        <p:spPr>
          <a:xfrm>
            <a:off x="9721794" y="237298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5BDDC0ED-0A26-43BD-9858-BCE38BA53DFE}"/>
              </a:ext>
            </a:extLst>
          </p:cNvPr>
          <p:cNvSpPr/>
          <p:nvPr/>
        </p:nvSpPr>
        <p:spPr>
          <a:xfrm>
            <a:off x="9721794" y="308330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2E20DE78-BE13-4F58-9303-17642095E459}"/>
              </a:ext>
            </a:extLst>
          </p:cNvPr>
          <p:cNvSpPr/>
          <p:nvPr/>
        </p:nvSpPr>
        <p:spPr>
          <a:xfrm>
            <a:off x="9721794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出発 ＞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C25FFA0E-6528-47D5-8C79-62BF3999BEF1}"/>
              </a:ext>
            </a:extLst>
          </p:cNvPr>
          <p:cNvSpPr/>
          <p:nvPr/>
        </p:nvSpPr>
        <p:spPr>
          <a:xfrm>
            <a:off x="9721794" y="3651153"/>
            <a:ext cx="2039510" cy="296849"/>
          </a:xfrm>
          <a:prstGeom prst="roundRect">
            <a:avLst>
              <a:gd name="adj" fmla="val 729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12.3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 </a:t>
            </a: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  </a:t>
            </a:r>
            <a:r>
              <a:rPr kumimoji="1" lang="en-US" altLang="ja-JP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kg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A0DCFFB6-88F1-4D4C-A5E5-EF0655CD4489}"/>
              </a:ext>
            </a:extLst>
          </p:cNvPr>
          <p:cNvSpPr/>
          <p:nvPr/>
        </p:nvSpPr>
        <p:spPr>
          <a:xfrm>
            <a:off x="9602534" y="3479548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配達重量</a:t>
            </a:r>
          </a:p>
        </p:txBody>
      </p:sp>
      <p:sp>
        <p:nvSpPr>
          <p:cNvPr id="63" name="矢印: 上カーブ 62">
            <a:extLst>
              <a:ext uri="{FF2B5EF4-FFF2-40B4-BE49-F238E27FC236}">
                <a16:creationId xmlns:a16="http://schemas.microsoft.com/office/drawing/2014/main" id="{55E3786A-48A5-4966-9D02-AB5EAF3431AB}"/>
              </a:ext>
            </a:extLst>
          </p:cNvPr>
          <p:cNvSpPr/>
          <p:nvPr/>
        </p:nvSpPr>
        <p:spPr>
          <a:xfrm flipH="1">
            <a:off x="8301702" y="5846816"/>
            <a:ext cx="1858198" cy="94642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72AC0EF7-683D-4CCD-8352-8E4087295245}"/>
              </a:ext>
            </a:extLst>
          </p:cNvPr>
          <p:cNvSpPr/>
          <p:nvPr/>
        </p:nvSpPr>
        <p:spPr>
          <a:xfrm rot="5400000">
            <a:off x="2815099" y="3643862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CF942E0C-5941-40BA-99C2-8394C4F23E77}"/>
              </a:ext>
            </a:extLst>
          </p:cNvPr>
          <p:cNvSpPr/>
          <p:nvPr/>
        </p:nvSpPr>
        <p:spPr>
          <a:xfrm rot="5400000">
            <a:off x="5880983" y="3643863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CE9B1562-8CB3-47F6-B8A9-F5FB2980A0EA}"/>
              </a:ext>
            </a:extLst>
          </p:cNvPr>
          <p:cNvSpPr/>
          <p:nvPr/>
        </p:nvSpPr>
        <p:spPr>
          <a:xfrm rot="5400000">
            <a:off x="9013796" y="3643864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C2672E24-684D-4157-984D-3FD3B803779E}"/>
              </a:ext>
            </a:extLst>
          </p:cNvPr>
          <p:cNvSpPr/>
          <p:nvPr/>
        </p:nvSpPr>
        <p:spPr>
          <a:xfrm>
            <a:off x="9602534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FC4C159E-9283-4FCC-99AA-BFC342ACA612}"/>
              </a:ext>
            </a:extLst>
          </p:cNvPr>
          <p:cNvSpPr/>
          <p:nvPr/>
        </p:nvSpPr>
        <p:spPr>
          <a:xfrm>
            <a:off x="6634040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0500D224-68C7-4EEF-A376-66C1A4F28643}"/>
              </a:ext>
            </a:extLst>
          </p:cNvPr>
          <p:cNvSpPr/>
          <p:nvPr/>
        </p:nvSpPr>
        <p:spPr>
          <a:xfrm>
            <a:off x="3393883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328E95E4-E39B-497E-B155-A253226A87B6}"/>
              </a:ext>
            </a:extLst>
          </p:cNvPr>
          <p:cNvSpPr/>
          <p:nvPr/>
        </p:nvSpPr>
        <p:spPr>
          <a:xfrm>
            <a:off x="9602534" y="4057017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次の行先</a:t>
            </a:r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7A7401B6-B73D-4D3A-9A63-CAB24AF14EAE}"/>
              </a:ext>
            </a:extLst>
          </p:cNvPr>
          <p:cNvSpPr/>
          <p:nvPr/>
        </p:nvSpPr>
        <p:spPr>
          <a:xfrm>
            <a:off x="3710555" y="329455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を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配送コースに設定されている届け先から選択して、「出発」をタップ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9C8EB59C-11C4-4C97-939A-895936775F45}"/>
              </a:ext>
            </a:extLst>
          </p:cNvPr>
          <p:cNvSpPr/>
          <p:nvPr/>
        </p:nvSpPr>
        <p:spPr>
          <a:xfrm>
            <a:off x="651249" y="329456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車輌とコースを選択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3C8EE17-6BE8-46AB-B96E-589F04D55CAA}"/>
              </a:ext>
            </a:extLst>
          </p:cNvPr>
          <p:cNvGrpSpPr/>
          <p:nvPr/>
        </p:nvGrpSpPr>
        <p:grpSpPr>
          <a:xfrm>
            <a:off x="162421" y="1443797"/>
            <a:ext cx="2592045" cy="115491"/>
            <a:chOff x="162421" y="1030140"/>
            <a:chExt cx="2592045" cy="11549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0ED2782-E5F9-4145-8C88-045475FF2C7D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6339FF32-B2D6-4EAB-8BCB-3BF504FF6121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FAA8CAD7-467E-438B-A32B-F614FCA01EEA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96B692C5-D794-4BB2-9CCF-7BD3AFD913B4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E501D646-9944-4384-9F48-86C242B2161D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D3C187E-6766-42A6-A0E7-E7C3D17EFD8A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81D893E8-5549-4F16-94CE-8462C9043004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07D244C1-DDDC-44EA-8451-5CAC67C32342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40373967-7555-4076-9A43-4249A9B1B1EB}"/>
              </a:ext>
            </a:extLst>
          </p:cNvPr>
          <p:cNvGrpSpPr/>
          <p:nvPr/>
        </p:nvGrpSpPr>
        <p:grpSpPr>
          <a:xfrm>
            <a:off x="3233569" y="1443797"/>
            <a:ext cx="2592045" cy="115491"/>
            <a:chOff x="162421" y="1030140"/>
            <a:chExt cx="2592045" cy="115491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B2B799BE-0219-44D9-9016-23CDA02EB025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8C602944-F75A-4F2A-A7AA-01CB4672CE00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19F3327F-9FA3-4A14-995C-BF677E5A8AC5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57E6F617-BDC0-4C95-AF61-C3F2230BCF2E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2" name="グループ化 81">
              <a:extLst>
                <a:ext uri="{FF2B5EF4-FFF2-40B4-BE49-F238E27FC236}">
                  <a16:creationId xmlns:a16="http://schemas.microsoft.com/office/drawing/2014/main" id="{4B3473D6-3A25-48A8-9146-5D749928C61C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2DD3ECEA-8A61-405A-A8C3-D219683AC774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AE968972-122C-47FE-A300-4BC8F241FB16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F4CFEFBE-A124-496C-9267-F934377AD605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F0DEFA09-5E8B-4AD9-AECB-6D982AC023BA}"/>
              </a:ext>
            </a:extLst>
          </p:cNvPr>
          <p:cNvGrpSpPr/>
          <p:nvPr/>
        </p:nvGrpSpPr>
        <p:grpSpPr>
          <a:xfrm>
            <a:off x="6353457" y="1443797"/>
            <a:ext cx="2592045" cy="115491"/>
            <a:chOff x="162421" y="1030140"/>
            <a:chExt cx="2592045" cy="115491"/>
          </a:xfrm>
        </p:grpSpPr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E181A635-8716-405A-B704-F3C6C1EDC32C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95" name="正方形/長方形 94">
                <a:extLst>
                  <a:ext uri="{FF2B5EF4-FFF2-40B4-BE49-F238E27FC236}">
                    <a16:creationId xmlns:a16="http://schemas.microsoft.com/office/drawing/2014/main" id="{E643E1E9-D722-4BCB-9220-C2A0DD3B10EB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AF8C9D7A-F0D0-4242-AA56-ECFC7E8674F3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866E13CB-71DA-4110-A246-C02684DDFA96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57D59E7A-FDEC-4AB3-AB07-138E460B9E35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EBBFC663-B899-4247-9B56-B3C41C06E0A7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BB58DCB2-DD58-408B-83E0-CF3977E27F00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FDB3AB38-19FA-47C1-B449-B4287F8F48DA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0317DF6F-A6F5-4C4F-B784-59173E97E05D}"/>
              </a:ext>
            </a:extLst>
          </p:cNvPr>
          <p:cNvGrpSpPr/>
          <p:nvPr/>
        </p:nvGrpSpPr>
        <p:grpSpPr>
          <a:xfrm>
            <a:off x="9437534" y="1443797"/>
            <a:ext cx="2592045" cy="115491"/>
            <a:chOff x="162421" y="1030140"/>
            <a:chExt cx="2592045" cy="115491"/>
          </a:xfrm>
        </p:grpSpPr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5B506CEA-9568-43F4-91D0-6E6F63224486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104" name="正方形/長方形 103">
                <a:extLst>
                  <a:ext uri="{FF2B5EF4-FFF2-40B4-BE49-F238E27FC236}">
                    <a16:creationId xmlns:a16="http://schemas.microsoft.com/office/drawing/2014/main" id="{4C5FFCAA-A13E-4696-8B1F-BAD08283D06B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正方形/長方形 104">
                <a:extLst>
                  <a:ext uri="{FF2B5EF4-FFF2-40B4-BE49-F238E27FC236}">
                    <a16:creationId xmlns:a16="http://schemas.microsoft.com/office/drawing/2014/main" id="{5694C739-AF6E-4CB0-9AFA-122A660EBD77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6" name="正方形/長方形 105">
                <a:extLst>
                  <a:ext uri="{FF2B5EF4-FFF2-40B4-BE49-F238E27FC236}">
                    <a16:creationId xmlns:a16="http://schemas.microsoft.com/office/drawing/2014/main" id="{40644132-FE09-4D31-9F67-98F52C9AC18E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D5384B3D-9C84-4945-B610-D59614478375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101" name="正方形/長方形 100">
                <a:extLst>
                  <a:ext uri="{FF2B5EF4-FFF2-40B4-BE49-F238E27FC236}">
                    <a16:creationId xmlns:a16="http://schemas.microsoft.com/office/drawing/2014/main" id="{FA597A49-A30D-497C-9CE4-B211117BF43E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BD6EC3AF-0BA8-4361-8AC2-6982B72BE932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正方形/長方形 102">
                <a:extLst>
                  <a:ext uri="{FF2B5EF4-FFF2-40B4-BE49-F238E27FC236}">
                    <a16:creationId xmlns:a16="http://schemas.microsoft.com/office/drawing/2014/main" id="{5BE81F25-3FBC-4FA5-A370-ACDEEA426B46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DA9C5EA-AC2A-4F91-B280-B573DCF58DD8}"/>
              </a:ext>
            </a:extLst>
          </p:cNvPr>
          <p:cNvSpPr/>
          <p:nvPr/>
        </p:nvSpPr>
        <p:spPr>
          <a:xfrm>
            <a:off x="105960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四角形: 角を丸くする 106">
            <a:extLst>
              <a:ext uri="{FF2B5EF4-FFF2-40B4-BE49-F238E27FC236}">
                <a16:creationId xmlns:a16="http://schemas.microsoft.com/office/drawing/2014/main" id="{51D4405A-BC14-4C7D-B40F-EA84328DC260}"/>
              </a:ext>
            </a:extLst>
          </p:cNvPr>
          <p:cNvSpPr/>
          <p:nvPr/>
        </p:nvSpPr>
        <p:spPr>
          <a:xfrm>
            <a:off x="412908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四角形: 角を丸くする 107">
            <a:extLst>
              <a:ext uri="{FF2B5EF4-FFF2-40B4-BE49-F238E27FC236}">
                <a16:creationId xmlns:a16="http://schemas.microsoft.com/office/drawing/2014/main" id="{0C1B0511-5DCE-481B-BCE1-2D038283F493}"/>
              </a:ext>
            </a:extLst>
          </p:cNvPr>
          <p:cNvSpPr/>
          <p:nvPr/>
        </p:nvSpPr>
        <p:spPr>
          <a:xfrm>
            <a:off x="7246708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四角形: 角を丸くする 108">
            <a:extLst>
              <a:ext uri="{FF2B5EF4-FFF2-40B4-BE49-F238E27FC236}">
                <a16:creationId xmlns:a16="http://schemas.microsoft.com/office/drawing/2014/main" id="{8D06BAF8-74C7-4035-8F99-ED9A23BD4B10}"/>
              </a:ext>
            </a:extLst>
          </p:cNvPr>
          <p:cNvSpPr/>
          <p:nvPr/>
        </p:nvSpPr>
        <p:spPr>
          <a:xfrm>
            <a:off x="1033877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D2DE67B9-E3CA-46D0-BBD5-A2403CC24469}"/>
              </a:ext>
            </a:extLst>
          </p:cNvPr>
          <p:cNvSpPr/>
          <p:nvPr/>
        </p:nvSpPr>
        <p:spPr>
          <a:xfrm>
            <a:off x="9979310" y="202291"/>
            <a:ext cx="2211221" cy="63679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荷下ろしが終わったら、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の配達先を選択して 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「出発」をタップ</a:t>
            </a:r>
          </a:p>
        </p:txBody>
      </p: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57659C1C-541D-4D4F-B196-493394BD3C99}"/>
              </a:ext>
            </a:extLst>
          </p:cNvPr>
          <p:cNvSpPr/>
          <p:nvPr/>
        </p:nvSpPr>
        <p:spPr>
          <a:xfrm>
            <a:off x="3510504" y="3340406"/>
            <a:ext cx="2039510" cy="1188027"/>
          </a:xfrm>
          <a:prstGeom prst="roundRect">
            <a:avLst>
              <a:gd name="adj" fmla="val 164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三浦印刷</a:t>
            </a:r>
            <a:endParaRPr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秋田情報プリント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三戸印刷所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8D1A9A6-AEB0-4738-98F7-7E73D1CD367D}"/>
              </a:ext>
            </a:extLst>
          </p:cNvPr>
          <p:cNvGrpSpPr/>
          <p:nvPr/>
        </p:nvGrpSpPr>
        <p:grpSpPr>
          <a:xfrm>
            <a:off x="3510504" y="3083309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CC9CCD36-E89A-4608-B161-958E82BB4CCA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フロムエー</a:t>
              </a: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3E9C2AF-FC5D-447F-B1B9-4983EBFF8EBC}"/>
                </a:ext>
              </a:extLst>
            </p:cNvPr>
            <p:cNvSpPr/>
            <p:nvPr/>
          </p:nvSpPr>
          <p:spPr>
            <a:xfrm>
              <a:off x="3317020" y="1965201"/>
              <a:ext cx="272995" cy="209479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EE4FA09C-ABE1-487E-9867-306389FAF443}"/>
              </a:ext>
            </a:extLst>
          </p:cNvPr>
          <p:cNvSpPr/>
          <p:nvPr/>
        </p:nvSpPr>
        <p:spPr>
          <a:xfrm>
            <a:off x="9718201" y="4475278"/>
            <a:ext cx="2039510" cy="946424"/>
          </a:xfrm>
          <a:prstGeom prst="roundRect">
            <a:avLst>
              <a:gd name="adj" fmla="val 164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三浦印刷</a:t>
            </a:r>
            <a:endParaRPr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秋田情報プリント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三戸印刷所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4E718F9-BDE8-4AA0-9BE8-6F6BC763E0E4}"/>
              </a:ext>
            </a:extLst>
          </p:cNvPr>
          <p:cNvGrpSpPr/>
          <p:nvPr/>
        </p:nvGrpSpPr>
        <p:grpSpPr>
          <a:xfrm>
            <a:off x="9721794" y="4231584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61" name="四角形: 角を丸くする 60">
              <a:extLst>
                <a:ext uri="{FF2B5EF4-FFF2-40B4-BE49-F238E27FC236}">
                  <a16:creationId xmlns:a16="http://schemas.microsoft.com/office/drawing/2014/main" id="{5179BE18-749B-41AD-8790-689863798DF4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三浦印刷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  <p:sp>
          <p:nvSpPr>
            <p:cNvPr id="62" name="四角形: 角を丸くする 61">
              <a:extLst>
                <a:ext uri="{FF2B5EF4-FFF2-40B4-BE49-F238E27FC236}">
                  <a16:creationId xmlns:a16="http://schemas.microsoft.com/office/drawing/2014/main" id="{2FE52A10-0455-4BCE-9B24-AC911FE73121}"/>
                </a:ext>
              </a:extLst>
            </p:cNvPr>
            <p:cNvSpPr/>
            <p:nvPr/>
          </p:nvSpPr>
          <p:spPr>
            <a:xfrm>
              <a:off x="3317020" y="1930841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37B3EB31-A857-4E12-A363-5BF56B09540B}"/>
              </a:ext>
            </a:extLst>
          </p:cNvPr>
          <p:cNvSpPr/>
          <p:nvPr/>
        </p:nvSpPr>
        <p:spPr>
          <a:xfrm>
            <a:off x="6809334" y="325220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「到着」をタップして、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荷下ろし開始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5869EC4-53A9-428F-B99F-E7EA34D1712B}"/>
              </a:ext>
            </a:extLst>
          </p:cNvPr>
          <p:cNvSpPr/>
          <p:nvPr/>
        </p:nvSpPr>
        <p:spPr>
          <a:xfrm>
            <a:off x="124571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1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A348316E-C8DE-4986-A14E-02E62BF80D96}"/>
              </a:ext>
            </a:extLst>
          </p:cNvPr>
          <p:cNvSpPr/>
          <p:nvPr/>
        </p:nvSpPr>
        <p:spPr>
          <a:xfrm>
            <a:off x="3165944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2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楕円 121">
            <a:extLst>
              <a:ext uri="{FF2B5EF4-FFF2-40B4-BE49-F238E27FC236}">
                <a16:creationId xmlns:a16="http://schemas.microsoft.com/office/drawing/2014/main" id="{5AF99378-48F0-42B3-922F-F2FAC5AC57F7}"/>
              </a:ext>
            </a:extLst>
          </p:cNvPr>
          <p:cNvSpPr/>
          <p:nvPr/>
        </p:nvSpPr>
        <p:spPr>
          <a:xfrm>
            <a:off x="6353457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3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0396D909-D13E-4336-AC22-C9D6258244FD}"/>
              </a:ext>
            </a:extLst>
          </p:cNvPr>
          <p:cNvSpPr/>
          <p:nvPr/>
        </p:nvSpPr>
        <p:spPr>
          <a:xfrm>
            <a:off x="9437534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4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00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90D8649-5C16-4DCF-8463-DC69FEDA245E}"/>
              </a:ext>
            </a:extLst>
          </p:cNvPr>
          <p:cNvSpPr/>
          <p:nvPr/>
        </p:nvSpPr>
        <p:spPr>
          <a:xfrm>
            <a:off x="1454935" y="420821"/>
            <a:ext cx="9405807" cy="5809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200000"/>
              </a:lnSpc>
            </a:pP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5679AD-0773-4555-9EDC-CD9324FC41B6}"/>
              </a:ext>
            </a:extLst>
          </p:cNvPr>
          <p:cNvSpPr/>
          <p:nvPr/>
        </p:nvSpPr>
        <p:spPr>
          <a:xfrm>
            <a:off x="4912659" y="354945"/>
            <a:ext cx="5948082" cy="26873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sz="1100" b="1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＿    □    </a:t>
            </a:r>
            <a:r>
              <a:rPr kumimoji="1" lang="en-US" altLang="ja-JP" sz="1100" b="1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×</a:t>
            </a:r>
            <a:endParaRPr kumimoji="1" lang="ja-JP" altLang="en-US" sz="1100" b="1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3C97E-9D72-44CD-9BD9-FE8E5BC65BE9}"/>
              </a:ext>
            </a:extLst>
          </p:cNvPr>
          <p:cNvSpPr/>
          <p:nvPr/>
        </p:nvSpPr>
        <p:spPr>
          <a:xfrm>
            <a:off x="1466315" y="628153"/>
            <a:ext cx="2270098" cy="56016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200000"/>
              </a:lnSpc>
            </a:pPr>
            <a:r>
              <a:rPr kumimoji="1" lang="ja-JP" altLang="en-US" sz="2400" dirty="0">
                <a:solidFill>
                  <a:schemeClr val="tx1"/>
                </a:solidFill>
              </a:rPr>
              <a:t>秋田支店</a:t>
            </a:r>
          </a:p>
          <a:p>
            <a:pPr algn="ctr">
              <a:lnSpc>
                <a:spcPct val="200000"/>
              </a:lnSpc>
            </a:pPr>
            <a:endParaRPr kumimoji="1" lang="en-US" altLang="ja-JP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日報管理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ダウンロード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マスタ管理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B2541C-A3A0-4760-9967-32E6553D3DC0}"/>
              </a:ext>
            </a:extLst>
          </p:cNvPr>
          <p:cNvSpPr/>
          <p:nvPr/>
        </p:nvSpPr>
        <p:spPr>
          <a:xfrm>
            <a:off x="1700879" y="1514532"/>
            <a:ext cx="1790874" cy="394950"/>
          </a:xfrm>
          <a:prstGeom prst="roundRect">
            <a:avLst>
              <a:gd name="adj" fmla="val 1231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ダッシュボード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46D04D2-6B4E-46D7-A56F-AB21FE665AA3}"/>
              </a:ext>
            </a:extLst>
          </p:cNvPr>
          <p:cNvSpPr/>
          <p:nvPr/>
        </p:nvSpPr>
        <p:spPr>
          <a:xfrm>
            <a:off x="6113390" y="1514533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配達</a:t>
            </a:r>
            <a:r>
              <a:rPr kumimoji="1" lang="ja-JP" altLang="en-US" sz="1600" dirty="0">
                <a:solidFill>
                  <a:schemeClr val="tx1"/>
                </a:solidFill>
              </a:rPr>
              <a:t>中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4000" b="1" dirty="0">
                <a:solidFill>
                  <a:schemeClr val="tx1"/>
                </a:solidFill>
              </a:rPr>
              <a:t>5</a:t>
            </a:r>
            <a:r>
              <a:rPr kumimoji="1" lang="ja-JP" altLang="en-US" sz="4000" b="1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A1F9920-11FF-4480-83B7-A7E4F3F05C83}"/>
              </a:ext>
            </a:extLst>
          </p:cNvPr>
          <p:cNvSpPr/>
          <p:nvPr/>
        </p:nvSpPr>
        <p:spPr>
          <a:xfrm>
            <a:off x="3982401" y="1514532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出庫前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4000" b="1" dirty="0">
                <a:solidFill>
                  <a:schemeClr val="tx1"/>
                </a:solidFill>
              </a:rPr>
              <a:t>2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DC7960A-A8FB-4B32-AC47-0BE36825037B}"/>
              </a:ext>
            </a:extLst>
          </p:cNvPr>
          <p:cNvSpPr/>
          <p:nvPr/>
        </p:nvSpPr>
        <p:spPr>
          <a:xfrm>
            <a:off x="8244379" y="1514532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帰社済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4000" b="1" dirty="0">
                <a:solidFill>
                  <a:schemeClr val="tx1"/>
                </a:solidFill>
              </a:rPr>
              <a:t>1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CDD337B-1154-472A-9769-2C740F4C93C4}"/>
              </a:ext>
            </a:extLst>
          </p:cNvPr>
          <p:cNvSpPr/>
          <p:nvPr/>
        </p:nvSpPr>
        <p:spPr>
          <a:xfrm>
            <a:off x="3982401" y="739467"/>
            <a:ext cx="5632468" cy="571249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本日配達状況  </a:t>
            </a:r>
            <a:r>
              <a:rPr lang="en-US" altLang="ja-JP" sz="4000" b="1" dirty="0">
                <a:solidFill>
                  <a:schemeClr val="tx1"/>
                </a:solidFill>
              </a:rPr>
              <a:t>12</a:t>
            </a:r>
            <a:r>
              <a:rPr lang="ja-JP" altLang="en-US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>
                <a:solidFill>
                  <a:schemeClr val="tx1"/>
                </a:solidFill>
              </a:rPr>
              <a:t>/</a:t>
            </a:r>
            <a:r>
              <a:rPr lang="ja-JP" altLang="en-US" sz="40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>
                <a:solidFill>
                  <a:schemeClr val="tx1"/>
                </a:solidFill>
              </a:rPr>
              <a:t>56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件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6A74979-0E94-4364-A7CD-F0205B871F76}"/>
              </a:ext>
            </a:extLst>
          </p:cNvPr>
          <p:cNvSpPr/>
          <p:nvPr/>
        </p:nvSpPr>
        <p:spPr>
          <a:xfrm>
            <a:off x="3982401" y="3043302"/>
            <a:ext cx="6146980" cy="3099390"/>
          </a:xfrm>
          <a:prstGeom prst="roundRect">
            <a:avLst>
              <a:gd name="adj" fmla="val 220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 anchorCtr="0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車輌別ステータス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C5ACDAC-3112-4012-B8C8-5C38BB728142}"/>
              </a:ext>
            </a:extLst>
          </p:cNvPr>
          <p:cNvSpPr/>
          <p:nvPr/>
        </p:nvSpPr>
        <p:spPr>
          <a:xfrm>
            <a:off x="4486616" y="3730666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003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          出庫前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297FA8E-C81A-4368-9576-F35A03A36A07}"/>
              </a:ext>
            </a:extLst>
          </p:cNvPr>
          <p:cNvSpPr/>
          <p:nvPr/>
        </p:nvSpPr>
        <p:spPr>
          <a:xfrm>
            <a:off x="4486616" y="4229510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005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市内便</a:t>
            </a:r>
            <a:r>
              <a:rPr kumimoji="1" lang="ja-JP" altLang="en-US" sz="1600" dirty="0">
                <a:solidFill>
                  <a:schemeClr val="tx1"/>
                </a:solidFill>
              </a:rPr>
              <a:t>   移動中  フロムエー ＞ 三浦印刷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1F96229-F41C-4009-BDB6-5CE214787767}"/>
              </a:ext>
            </a:extLst>
          </p:cNvPr>
          <p:cNvSpPr/>
          <p:nvPr/>
        </p:nvSpPr>
        <p:spPr>
          <a:xfrm>
            <a:off x="4486616" y="4728354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010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県北</a:t>
            </a:r>
            <a:r>
              <a:rPr lang="ja-JP" altLang="en-US" sz="1200" b="1" dirty="0">
                <a:solidFill>
                  <a:schemeClr val="tx1"/>
                </a:solidFill>
              </a:rPr>
              <a:t>便</a:t>
            </a:r>
            <a:r>
              <a:rPr lang="ja-JP" altLang="en-US" sz="1600" dirty="0">
                <a:solidFill>
                  <a:schemeClr val="tx1"/>
                </a:solidFill>
              </a:rPr>
              <a:t>   </a:t>
            </a:r>
            <a:r>
              <a:rPr kumimoji="1" lang="ja-JP" altLang="en-US" sz="1600" dirty="0">
                <a:solidFill>
                  <a:schemeClr val="tx1"/>
                </a:solidFill>
              </a:rPr>
              <a:t>移動中  八郎潟印刷 ＞ 帰社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E35C085-CB24-4AA0-A3AD-2ED0725C90B6}"/>
              </a:ext>
            </a:extLst>
          </p:cNvPr>
          <p:cNvSpPr/>
          <p:nvPr/>
        </p:nvSpPr>
        <p:spPr>
          <a:xfrm>
            <a:off x="4486616" y="5230143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040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本庄</a:t>
            </a:r>
            <a:r>
              <a:rPr lang="ja-JP" altLang="en-US" sz="1200" b="1" dirty="0">
                <a:solidFill>
                  <a:schemeClr val="tx1"/>
                </a:solidFill>
              </a:rPr>
              <a:t>便</a:t>
            </a:r>
            <a:r>
              <a:rPr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ja-JP" altLang="en-US" sz="1600" dirty="0">
                <a:solidFill>
                  <a:schemeClr val="tx1"/>
                </a:solidFill>
              </a:rPr>
              <a:t>   配達中  東北印刷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E644DD1-BA6C-41F0-B0B8-830391B27684}"/>
              </a:ext>
            </a:extLst>
          </p:cNvPr>
          <p:cNvSpPr/>
          <p:nvPr/>
        </p:nvSpPr>
        <p:spPr>
          <a:xfrm>
            <a:off x="4486616" y="5731932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060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            帰社済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988057-81EC-4213-B19D-6D6D419342A7}"/>
              </a:ext>
            </a:extLst>
          </p:cNvPr>
          <p:cNvSpPr/>
          <p:nvPr/>
        </p:nvSpPr>
        <p:spPr>
          <a:xfrm>
            <a:off x="1454934" y="6229847"/>
            <a:ext cx="9405807" cy="34834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200000"/>
              </a:lnSpc>
            </a:pP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148F777-5633-43FB-96DE-109D9502BC97}"/>
              </a:ext>
            </a:extLst>
          </p:cNvPr>
          <p:cNvSpPr/>
          <p:nvPr/>
        </p:nvSpPr>
        <p:spPr>
          <a:xfrm>
            <a:off x="5239127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F143438-70A8-450E-9BBE-C82F2D2767DD}"/>
              </a:ext>
            </a:extLst>
          </p:cNvPr>
          <p:cNvSpPr/>
          <p:nvPr/>
        </p:nvSpPr>
        <p:spPr>
          <a:xfrm>
            <a:off x="5605613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130B1AD-4FF1-4FE9-970F-B5D43581C480}"/>
              </a:ext>
            </a:extLst>
          </p:cNvPr>
          <p:cNvSpPr/>
          <p:nvPr/>
        </p:nvSpPr>
        <p:spPr>
          <a:xfrm>
            <a:off x="5971456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C375841-467E-4131-972B-3F953B426939}"/>
              </a:ext>
            </a:extLst>
          </p:cNvPr>
          <p:cNvSpPr/>
          <p:nvPr/>
        </p:nvSpPr>
        <p:spPr>
          <a:xfrm>
            <a:off x="6337299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8EB8BC-820D-4E7D-8BAC-156D88BC8EF4}"/>
              </a:ext>
            </a:extLst>
          </p:cNvPr>
          <p:cNvSpPr/>
          <p:nvPr/>
        </p:nvSpPr>
        <p:spPr>
          <a:xfrm>
            <a:off x="6703142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B9E8507-B143-40D5-8D0D-2121A9F4B862}"/>
              </a:ext>
            </a:extLst>
          </p:cNvPr>
          <p:cNvSpPr/>
          <p:nvPr/>
        </p:nvSpPr>
        <p:spPr>
          <a:xfrm>
            <a:off x="9614869" y="6253967"/>
            <a:ext cx="1222929" cy="2727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900" b="1" dirty="0"/>
              <a:t>12:34</a:t>
            </a:r>
          </a:p>
          <a:p>
            <a:pPr algn="r"/>
            <a:r>
              <a:rPr lang="en-US" altLang="ja-JP" sz="900" b="1" dirty="0"/>
              <a:t>2026/12/31</a:t>
            </a:r>
            <a:endParaRPr kumimoji="1" lang="ja-JP" altLang="en-US" sz="900" b="1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098B440-F1F9-495D-8A68-3075B1B756AA}"/>
              </a:ext>
            </a:extLst>
          </p:cNvPr>
          <p:cNvSpPr/>
          <p:nvPr/>
        </p:nvSpPr>
        <p:spPr>
          <a:xfrm>
            <a:off x="1454934" y="354945"/>
            <a:ext cx="5948082" cy="26873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b="1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b="1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b="1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kumimoji="1" lang="ja-JP" altLang="en-US" sz="1600" b="1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134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191</Words>
  <Application>Microsoft Office PowerPoint</Application>
  <PresentationFormat>ワイド画面</PresentationFormat>
  <Paragraphs>71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2" baseType="lpstr">
      <vt:lpstr>851ゴチカクット</vt:lpstr>
      <vt:lpstr>HGP創英角ｺﾞｼｯｸUB</vt:lpstr>
      <vt:lpstr>MS UI Gothic</vt:lpstr>
      <vt:lpstr>游ゴシック</vt:lpstr>
      <vt:lpstr>游ゴシック Light</vt:lpstr>
      <vt:lpstr>Arial</vt:lpstr>
      <vt:lpstr>Arial Black</vt:lpstr>
      <vt:lpstr>Arial Rounded MT Bold</vt:lpstr>
      <vt:lpstr>Ubuntu Mono Medium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22</cp:revision>
  <dcterms:created xsi:type="dcterms:W3CDTF">2026-03-24T23:22:35Z</dcterms:created>
  <dcterms:modified xsi:type="dcterms:W3CDTF">2026-03-25T04:22:11Z</dcterms:modified>
</cp:coreProperties>
</file>