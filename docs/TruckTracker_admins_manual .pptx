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0" r:id="rId4"/>
    <p:sldId id="264" r:id="rId5"/>
  </p:sldIdLst>
  <p:sldSz cx="12192000" cy="6858000"/>
  <p:notesSz cx="6797675" cy="99266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8" autoAdjust="0"/>
    <p:restoredTop sz="94660"/>
  </p:normalViewPr>
  <p:slideViewPr>
    <p:cSldViewPr snapToGrid="0">
      <p:cViewPr varScale="1">
        <p:scale>
          <a:sx n="93" d="100"/>
          <a:sy n="93" d="100"/>
        </p:scale>
        <p:origin x="5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83A48-0B3B-45B9-86B7-6625DBDE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5549E0-9E63-47EB-AE14-6B0F82B59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19FEC7-C56D-4589-B2EF-155CBFAA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543B22-2DF6-454E-8D98-9AADDE48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71A876-9359-4C67-B473-27D453B5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84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90E3C-43EB-42EE-BA50-A5D4EC45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48EC7-71E4-412D-AEAD-83687D38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62EF0C-48C6-480E-9881-F02D1C51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922B18-3CF8-44E0-A2EB-76576B5E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65BA2A-AD14-449C-8298-04AA39B0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9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78FA7-0CBC-4E41-B75E-C0AD7813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5D3324-2298-47E4-A2F6-82AA2B883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53250-765C-425A-93C8-D3D2782B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8D59C7-B789-4997-B8D0-73C72A21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4B4042-3A90-4370-9862-4D25586C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7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46B78-759E-41C6-A43F-F000B5ED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B5D233-5ACC-4BF1-B359-113E0CFFD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D5477F-5FF0-47E6-8B05-D6A3F655F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B8FD85-2378-4FBD-99B7-45F5D954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519478-EDEF-4803-AC06-80E3D983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71F876-D168-4D52-B346-82AE0D95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69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FAC3B1-4611-417F-BE03-54B0963B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5B126D-198A-4378-AB5A-9570EE13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8AB9FD-5701-4AFE-AE49-9250F2D7D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C1A679-7FD8-48FF-A906-385B23A9D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2F1D09-2649-4543-9C31-0E05038B1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C5FB13-4315-45A4-B8AC-8F4240DA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D61A608-0A46-4CC6-BDDB-A8B1509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DFE3D5-6D1B-488E-B80F-FA5A729D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06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DFF5A-6E45-4A25-9654-FE2AFD50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826104-DCBD-48A9-95EC-537EBF36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01C602-8D8F-481F-A802-0E575D2B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4FADD5-CFF7-409A-B948-97E6E9ED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20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7E0C43-563D-4D4D-BAFA-8FD7F843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A21416-24F1-496C-AB62-D54084B4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2C7D78-46DF-401B-AC56-DAFC0087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05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52385-5EAA-48BB-AB3F-54D2DB6E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1BDCB0-9B4D-45EF-96E5-D4D4B503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3E3019-E708-490F-A27A-75A88E08B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F81D4D-A424-434C-AFDD-4B5DE0FF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659136-A23E-40EE-9179-C0980534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683D52-C263-4D3F-9445-E1756D08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26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0DB98-B7E8-43EA-9F48-6076E3A7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D4280E-798A-4859-9D7C-6D9AA4547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DCEC01-5A84-4DB2-8E96-5D1B55D0E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F338D0-8EF1-4EB8-B7CA-DEC713F3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ED2238-0421-484D-9416-7DF3222B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1C8634-84A9-402C-9DFE-080174D4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63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857ED-2E40-4AA2-8C15-EC23D54B5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848A5-6D4C-4FAA-AC7E-5CC565D8B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4D0D58-5E38-4A78-820B-7416A6CE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CD98C-9FB3-449B-844E-E0AD6584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E336EC-DAB8-4055-81FA-4A4A7332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5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1375BB-F810-4BA2-906D-FCA17E7BF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6BA894-86E6-43A2-A915-F7B726A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07103C-572A-4CAA-AE98-BC9C1AEF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05B1BF-9295-4A6F-9DF1-EF436D90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0F3864-9F5C-4723-A5EA-1C228160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4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55B88F-1D34-4CF6-8372-B04DDA59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868F13-D17C-4862-BCF5-6B7EDD114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B9298-DEAD-4E61-8B9E-63B1AF7A6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CE3B5-CA0D-4088-AAC2-8FEFA1D21E98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5B1947-8ABD-49F5-ACCA-ACF293E0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C8915-FA9F-426E-8D72-8AB392FAC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68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7BB196-7CAB-49DE-8CB8-BE89946846DC}"/>
              </a:ext>
            </a:extLst>
          </p:cNvPr>
          <p:cNvSpPr/>
          <p:nvPr/>
        </p:nvSpPr>
        <p:spPr>
          <a:xfrm>
            <a:off x="6770536" y="818606"/>
            <a:ext cx="5421464" cy="6039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B2D62FC5-A8AB-4FB2-8CC9-0349718D7A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5"/>
          <a:stretch/>
        </p:blipFill>
        <p:spPr>
          <a:xfrm>
            <a:off x="0" y="822960"/>
            <a:ext cx="6657975" cy="600978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1534CD-017E-4E0F-A93A-42A5882559E1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配送計画</a:t>
            </a:r>
            <a:r>
              <a:rPr kumimoji="1"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を作成</a:t>
            </a:r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</a:t>
            </a:r>
            <a:endParaRPr kumimoji="1" lang="ja-JP" altLang="en-US" sz="3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FD35D26A-195A-4135-977E-09669EBC2EFC}"/>
              </a:ext>
            </a:extLst>
          </p:cNvPr>
          <p:cNvSpPr/>
          <p:nvPr/>
        </p:nvSpPr>
        <p:spPr>
          <a:xfrm>
            <a:off x="904208" y="1107052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06E821EB-5014-44B9-A150-355905A96E06}"/>
              </a:ext>
            </a:extLst>
          </p:cNvPr>
          <p:cNvSpPr/>
          <p:nvPr/>
        </p:nvSpPr>
        <p:spPr>
          <a:xfrm>
            <a:off x="5447165" y="2558384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2E5FC48-9D39-41C9-931F-B77F39AF7EDE}"/>
              </a:ext>
            </a:extLst>
          </p:cNvPr>
          <p:cNvSpPr/>
          <p:nvPr/>
        </p:nvSpPr>
        <p:spPr>
          <a:xfrm>
            <a:off x="0" y="1482571"/>
            <a:ext cx="1069759" cy="25301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319A855-9CE6-44CA-9E7D-331B23637F2F}"/>
              </a:ext>
            </a:extLst>
          </p:cNvPr>
          <p:cNvSpPr/>
          <p:nvPr/>
        </p:nvSpPr>
        <p:spPr>
          <a:xfrm>
            <a:off x="1345356" y="1895661"/>
            <a:ext cx="5268046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29E10E5-0825-4048-B03A-40D75C2F3B77}"/>
              </a:ext>
            </a:extLst>
          </p:cNvPr>
          <p:cNvSpPr/>
          <p:nvPr/>
        </p:nvSpPr>
        <p:spPr>
          <a:xfrm>
            <a:off x="1265068" y="2436102"/>
            <a:ext cx="5348797" cy="2570902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09BBA98-6F0E-4C81-B5D8-C1FB02C22ECE}"/>
              </a:ext>
            </a:extLst>
          </p:cNvPr>
          <p:cNvSpPr/>
          <p:nvPr/>
        </p:nvSpPr>
        <p:spPr>
          <a:xfrm>
            <a:off x="7309210" y="1211631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dirty="0"/>
              <a:t>1</a:t>
            </a:r>
            <a:endParaRPr kumimoji="1" lang="ja-JP" altLang="en-US" sz="1600" dirty="0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45A31C67-45F4-479C-83E9-21422C61D0E8}"/>
              </a:ext>
            </a:extLst>
          </p:cNvPr>
          <p:cNvSpPr/>
          <p:nvPr/>
        </p:nvSpPr>
        <p:spPr>
          <a:xfrm>
            <a:off x="7309210" y="2214916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2</a:t>
            </a:r>
            <a:endParaRPr kumimoji="1" lang="ja-JP" altLang="en-US" sz="1600" dirty="0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D418EF96-2389-4F42-82F3-71B3EA3823A5}"/>
              </a:ext>
            </a:extLst>
          </p:cNvPr>
          <p:cNvSpPr/>
          <p:nvPr/>
        </p:nvSpPr>
        <p:spPr>
          <a:xfrm>
            <a:off x="7309209" y="3810844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3</a:t>
            </a:r>
            <a:endParaRPr kumimoji="1" lang="ja-JP" altLang="en-US" sz="16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E6F6977-9717-451D-B623-0BA94D447C40}"/>
              </a:ext>
            </a:extLst>
          </p:cNvPr>
          <p:cNvSpPr/>
          <p:nvPr/>
        </p:nvSpPr>
        <p:spPr>
          <a:xfrm>
            <a:off x="7625834" y="1212988"/>
            <a:ext cx="3661953" cy="413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配送計画をクリック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4063445-738C-492D-807A-37C6A925FAF1}"/>
              </a:ext>
            </a:extLst>
          </p:cNvPr>
          <p:cNvSpPr/>
          <p:nvPr/>
        </p:nvSpPr>
        <p:spPr>
          <a:xfrm>
            <a:off x="7625835" y="2170387"/>
            <a:ext cx="3661953" cy="1185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日付とコースを選択すると、コースに設定されている配送先が表示されます</a:t>
            </a:r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コース内の配送先は、マスタ管理の「コース配達先」で設定します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688A253-3D32-4000-A510-C4C08DDA74FE}"/>
              </a:ext>
            </a:extLst>
          </p:cNvPr>
          <p:cNvSpPr/>
          <p:nvPr/>
        </p:nvSpPr>
        <p:spPr>
          <a:xfrm>
            <a:off x="7625836" y="3812609"/>
            <a:ext cx="3661953" cy="10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納品</a:t>
            </a:r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ある得意先の重量を入力します</a:t>
            </a:r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納品がない得意先は入力不要です</a:t>
            </a:r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上下ボタン     で順番を</a:t>
            </a:r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入れ替え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ます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FD99C5C-52B2-4B34-8AB2-EDC94368A0AD}"/>
              </a:ext>
            </a:extLst>
          </p:cNvPr>
          <p:cNvSpPr/>
          <p:nvPr/>
        </p:nvSpPr>
        <p:spPr>
          <a:xfrm>
            <a:off x="1635685" y="5204875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4</a:t>
            </a:r>
            <a:endParaRPr kumimoji="1" lang="ja-JP" altLang="en-US" sz="320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059EC019-D909-4530-8AEA-930AAF3C9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090" y="4267567"/>
            <a:ext cx="283036" cy="332023"/>
          </a:xfrm>
          <a:prstGeom prst="rect">
            <a:avLst/>
          </a:prstGeom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5BA34D6D-BD01-41AC-9654-D12CABCDB6FC}"/>
              </a:ext>
            </a:extLst>
          </p:cNvPr>
          <p:cNvSpPr/>
          <p:nvPr/>
        </p:nvSpPr>
        <p:spPr>
          <a:xfrm>
            <a:off x="3551207" y="1579806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B31664E3-53AC-4255-AA4E-F8A405F3088F}"/>
              </a:ext>
            </a:extLst>
          </p:cNvPr>
          <p:cNvSpPr/>
          <p:nvPr/>
        </p:nvSpPr>
        <p:spPr>
          <a:xfrm>
            <a:off x="7309210" y="4986820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4</a:t>
            </a:r>
            <a:endParaRPr kumimoji="1" lang="ja-JP" altLang="en-US" sz="16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E97105D-C511-4730-8C76-8D49A69DCFFA}"/>
              </a:ext>
            </a:extLst>
          </p:cNvPr>
          <p:cNvSpPr/>
          <p:nvPr/>
        </p:nvSpPr>
        <p:spPr>
          <a:xfrm>
            <a:off x="7625835" y="4992090"/>
            <a:ext cx="3661953" cy="638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計画を保存 をクリック</a:t>
            </a: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2B7B7FBB-F7F5-412E-8B77-A625320D19AC}"/>
              </a:ext>
            </a:extLst>
          </p:cNvPr>
          <p:cNvSpPr/>
          <p:nvPr/>
        </p:nvSpPr>
        <p:spPr>
          <a:xfrm>
            <a:off x="7309210" y="5630727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dirty="0"/>
              <a:t>5</a:t>
            </a:r>
            <a:endParaRPr kumimoji="1" lang="ja-JP" altLang="en-US" sz="1600" dirty="0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ED2D2FB-410D-4979-B7CB-DAC9861EA7D4}"/>
              </a:ext>
            </a:extLst>
          </p:cNvPr>
          <p:cNvSpPr/>
          <p:nvPr/>
        </p:nvSpPr>
        <p:spPr>
          <a:xfrm>
            <a:off x="7625837" y="5644322"/>
            <a:ext cx="3661953" cy="1079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作成した計画を編集するには、画面下部の</a:t>
            </a:r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     をクリック </a:t>
            </a:r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配達開始前の計画に限ります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3830A030-BDE4-436E-8F4F-FE31E0466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647" y="5934465"/>
            <a:ext cx="965479" cy="346115"/>
          </a:xfrm>
          <a:prstGeom prst="rect">
            <a:avLst/>
          </a:prstGeom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E7737380-E827-4C41-91DC-8D2E151B5989}"/>
              </a:ext>
            </a:extLst>
          </p:cNvPr>
          <p:cNvSpPr/>
          <p:nvPr/>
        </p:nvSpPr>
        <p:spPr>
          <a:xfrm>
            <a:off x="5447164" y="5519181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5</a:t>
            </a:r>
            <a:endParaRPr kumimoji="1" lang="ja-JP" altLang="en-US" sz="3200" dirty="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91F22CB8-D4CD-4D6D-985F-E03FEB705365}"/>
              </a:ext>
            </a:extLst>
          </p:cNvPr>
          <p:cNvSpPr/>
          <p:nvPr/>
        </p:nvSpPr>
        <p:spPr>
          <a:xfrm>
            <a:off x="5907067" y="5798806"/>
            <a:ext cx="750908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9" name="図 38">
            <a:extLst>
              <a:ext uri="{FF2B5EF4-FFF2-40B4-BE49-F238E27FC236}">
                <a16:creationId xmlns:a16="http://schemas.microsoft.com/office/drawing/2014/main" id="{3FB1F61A-2104-451C-B77A-0E7F36D68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4285" y="5007004"/>
            <a:ext cx="976302" cy="3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9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1220E22-C9BA-432B-98D7-8CC21C2994D7}"/>
              </a:ext>
            </a:extLst>
          </p:cNvPr>
          <p:cNvSpPr/>
          <p:nvPr/>
        </p:nvSpPr>
        <p:spPr>
          <a:xfrm>
            <a:off x="6770536" y="818606"/>
            <a:ext cx="5421464" cy="6039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161C46-A52B-4089-960A-C1A65A191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181"/>
            <a:ext cx="6729413" cy="450056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71534CD-017E-4E0F-A93A-42A5882559E1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コースの配送</a:t>
            </a:r>
            <a:r>
              <a:rPr kumimoji="1"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先を</a:t>
            </a:r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設定する</a:t>
            </a:r>
            <a:endParaRPr kumimoji="1" lang="ja-JP" altLang="en-US" sz="3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FD35D26A-195A-4135-977E-09669EBC2EFC}"/>
              </a:ext>
            </a:extLst>
          </p:cNvPr>
          <p:cNvSpPr/>
          <p:nvPr/>
        </p:nvSpPr>
        <p:spPr>
          <a:xfrm>
            <a:off x="568474" y="2799695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06E821EB-5014-44B9-A150-355905A96E06}"/>
              </a:ext>
            </a:extLst>
          </p:cNvPr>
          <p:cNvSpPr/>
          <p:nvPr/>
        </p:nvSpPr>
        <p:spPr>
          <a:xfrm>
            <a:off x="5478237" y="1650939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2E5FC48-9D39-41C9-931F-B77F39AF7EDE}"/>
              </a:ext>
            </a:extLst>
          </p:cNvPr>
          <p:cNvSpPr/>
          <p:nvPr/>
        </p:nvSpPr>
        <p:spPr>
          <a:xfrm>
            <a:off x="36996" y="3302493"/>
            <a:ext cx="1069759" cy="25301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319A855-9CE6-44CA-9E7D-331B23637F2F}"/>
              </a:ext>
            </a:extLst>
          </p:cNvPr>
          <p:cNvSpPr/>
          <p:nvPr/>
        </p:nvSpPr>
        <p:spPr>
          <a:xfrm>
            <a:off x="1276164" y="1626305"/>
            <a:ext cx="1695246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29E10E5-0825-4048-B03A-40D75C2F3B77}"/>
              </a:ext>
            </a:extLst>
          </p:cNvPr>
          <p:cNvSpPr/>
          <p:nvPr/>
        </p:nvSpPr>
        <p:spPr>
          <a:xfrm>
            <a:off x="5911141" y="1988312"/>
            <a:ext cx="746834" cy="288810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909BBA98-6F0E-4C81-B5D8-C1FB02C22ECE}"/>
              </a:ext>
            </a:extLst>
          </p:cNvPr>
          <p:cNvSpPr/>
          <p:nvPr/>
        </p:nvSpPr>
        <p:spPr>
          <a:xfrm>
            <a:off x="7309210" y="1211631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dirty="0"/>
              <a:t>1</a:t>
            </a:r>
            <a:endParaRPr kumimoji="1" lang="ja-JP" altLang="en-US" sz="1600" dirty="0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45A31C67-45F4-479C-83E9-21422C61D0E8}"/>
              </a:ext>
            </a:extLst>
          </p:cNvPr>
          <p:cNvSpPr/>
          <p:nvPr/>
        </p:nvSpPr>
        <p:spPr>
          <a:xfrm>
            <a:off x="7309210" y="1793223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2</a:t>
            </a:r>
            <a:endParaRPr kumimoji="1" lang="ja-JP" altLang="en-US" sz="1600" dirty="0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D418EF96-2389-4F42-82F3-71B3EA3823A5}"/>
              </a:ext>
            </a:extLst>
          </p:cNvPr>
          <p:cNvSpPr/>
          <p:nvPr/>
        </p:nvSpPr>
        <p:spPr>
          <a:xfrm>
            <a:off x="7309209" y="2412613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3</a:t>
            </a:r>
            <a:endParaRPr kumimoji="1" lang="ja-JP" altLang="en-US" sz="16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E6F6977-9717-451D-B623-0BA94D447C40}"/>
              </a:ext>
            </a:extLst>
          </p:cNvPr>
          <p:cNvSpPr/>
          <p:nvPr/>
        </p:nvSpPr>
        <p:spPr>
          <a:xfrm>
            <a:off x="7625834" y="1212988"/>
            <a:ext cx="3661953" cy="413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コース配達先をクリック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4063445-738C-492D-807A-37C6A925FAF1}"/>
              </a:ext>
            </a:extLst>
          </p:cNvPr>
          <p:cNvSpPr/>
          <p:nvPr/>
        </p:nvSpPr>
        <p:spPr>
          <a:xfrm>
            <a:off x="7625835" y="1748694"/>
            <a:ext cx="3661953" cy="413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コースを選択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688A253-3D32-4000-A510-C4C08DDA74FE}"/>
              </a:ext>
            </a:extLst>
          </p:cNvPr>
          <p:cNvSpPr/>
          <p:nvPr/>
        </p:nvSpPr>
        <p:spPr>
          <a:xfrm>
            <a:off x="7625836" y="2414378"/>
            <a:ext cx="3661953" cy="552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追加をクリックして</a:t>
            </a:r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配達を選択し、保存をクリック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FD99C5C-52B2-4B34-8AB2-EDC94368A0AD}"/>
              </a:ext>
            </a:extLst>
          </p:cNvPr>
          <p:cNvSpPr/>
          <p:nvPr/>
        </p:nvSpPr>
        <p:spPr>
          <a:xfrm>
            <a:off x="5363707" y="3789109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4</a:t>
            </a:r>
            <a:endParaRPr kumimoji="1" lang="ja-JP" altLang="en-US" sz="3200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BA34D6D-BD01-41AC-9654-D12CABCDB6FC}"/>
              </a:ext>
            </a:extLst>
          </p:cNvPr>
          <p:cNvSpPr/>
          <p:nvPr/>
        </p:nvSpPr>
        <p:spPr>
          <a:xfrm>
            <a:off x="2812588" y="1254646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B31664E3-53AC-4255-AA4E-F8A405F3088F}"/>
              </a:ext>
            </a:extLst>
          </p:cNvPr>
          <p:cNvSpPr/>
          <p:nvPr/>
        </p:nvSpPr>
        <p:spPr>
          <a:xfrm>
            <a:off x="7309210" y="4409766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4</a:t>
            </a:r>
            <a:endParaRPr kumimoji="1" lang="ja-JP" altLang="en-US" sz="16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E97105D-C511-4730-8C76-8D49A69DCFFA}"/>
              </a:ext>
            </a:extLst>
          </p:cNvPr>
          <p:cNvSpPr/>
          <p:nvPr/>
        </p:nvSpPr>
        <p:spPr>
          <a:xfrm>
            <a:off x="7625835" y="4415036"/>
            <a:ext cx="3661953" cy="638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配達先</a:t>
            </a:r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を削除するには           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をクリック</a:t>
            </a:r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上下ボタン             で順番を入れ替え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3830A030-BDE4-436E-8F4F-FE31E0466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710"/>
          <a:stretch/>
        </p:blipFill>
        <p:spPr>
          <a:xfrm>
            <a:off x="9539513" y="4391857"/>
            <a:ext cx="598716" cy="41847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47DF5528-4F5E-43DF-B1EC-A5B66AD3C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768" y="3059462"/>
            <a:ext cx="2005302" cy="9944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44A6D02-7C12-464E-A8AF-0B41276C5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119" y="4854911"/>
            <a:ext cx="676900" cy="303737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4A062AE-CCB1-46C1-9399-1353E9EB373F}"/>
              </a:ext>
            </a:extLst>
          </p:cNvPr>
          <p:cNvSpPr/>
          <p:nvPr/>
        </p:nvSpPr>
        <p:spPr>
          <a:xfrm>
            <a:off x="5911141" y="2427540"/>
            <a:ext cx="746833" cy="1982225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414D2A31-24AC-4949-9ADC-FEB8CCF8AAA1}"/>
              </a:ext>
            </a:extLst>
          </p:cNvPr>
          <p:cNvSpPr/>
          <p:nvPr/>
        </p:nvSpPr>
        <p:spPr>
          <a:xfrm>
            <a:off x="9876500" y="3801267"/>
            <a:ext cx="331570" cy="288810"/>
          </a:xfrm>
          <a:prstGeom prst="roundRect">
            <a:avLst>
              <a:gd name="adj" fmla="val 3365"/>
            </a:avLst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001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79693FD-F19E-4D7F-AF19-EDF171C70AA5}"/>
              </a:ext>
            </a:extLst>
          </p:cNvPr>
          <p:cNvSpPr/>
          <p:nvPr/>
        </p:nvSpPr>
        <p:spPr>
          <a:xfrm>
            <a:off x="6770536" y="818606"/>
            <a:ext cx="5421464" cy="6039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A47FA4C-9B20-4AB0-B570-7E93400D979C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コース管理</a:t>
            </a:r>
            <a:endParaRPr kumimoji="1" lang="ja-JP" altLang="en-US" sz="3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2B6F702-0A4D-499C-81F6-47CD9AEF7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8606"/>
            <a:ext cx="6729413" cy="4500563"/>
          </a:xfrm>
          <a:prstGeom prst="rect">
            <a:avLst/>
          </a:prstGeom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4BADE407-26F4-43DD-A798-7F4532B03826}"/>
              </a:ext>
            </a:extLst>
          </p:cNvPr>
          <p:cNvSpPr/>
          <p:nvPr/>
        </p:nvSpPr>
        <p:spPr>
          <a:xfrm>
            <a:off x="568474" y="2608825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B3D77BB-663F-4CC9-B07F-E49588A19DEB}"/>
              </a:ext>
            </a:extLst>
          </p:cNvPr>
          <p:cNvSpPr/>
          <p:nvPr/>
        </p:nvSpPr>
        <p:spPr>
          <a:xfrm>
            <a:off x="36996" y="3111623"/>
            <a:ext cx="1069759" cy="25301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E3836CF-A341-4E23-AEFC-BCB2C2FFFE72}"/>
              </a:ext>
            </a:extLst>
          </p:cNvPr>
          <p:cNvSpPr/>
          <p:nvPr/>
        </p:nvSpPr>
        <p:spPr>
          <a:xfrm>
            <a:off x="6096000" y="1538831"/>
            <a:ext cx="515254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F533213-7100-4556-B240-0D53C95F6D7E}"/>
              </a:ext>
            </a:extLst>
          </p:cNvPr>
          <p:cNvSpPr/>
          <p:nvPr/>
        </p:nvSpPr>
        <p:spPr>
          <a:xfrm>
            <a:off x="5701782" y="1112983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A5E486BC-2AF7-4B22-AE32-9FADBF8526DC}"/>
              </a:ext>
            </a:extLst>
          </p:cNvPr>
          <p:cNvSpPr/>
          <p:nvPr/>
        </p:nvSpPr>
        <p:spPr>
          <a:xfrm>
            <a:off x="5351456" y="1865127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87CE126-C90F-4EA1-87F5-B39223BD0B4C}"/>
              </a:ext>
            </a:extLst>
          </p:cNvPr>
          <p:cNvSpPr/>
          <p:nvPr/>
        </p:nvSpPr>
        <p:spPr>
          <a:xfrm>
            <a:off x="5851997" y="2063060"/>
            <a:ext cx="746833" cy="1982225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B3A6C684-C90F-4154-A232-FC079AD83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067" y="2556393"/>
            <a:ext cx="2510904" cy="22008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D8BB5E43-5C21-4D39-B690-B0CCAD9E083C}"/>
              </a:ext>
            </a:extLst>
          </p:cNvPr>
          <p:cNvSpPr/>
          <p:nvPr/>
        </p:nvSpPr>
        <p:spPr>
          <a:xfrm>
            <a:off x="7309210" y="1211631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600" dirty="0"/>
              <a:t>1</a:t>
            </a:r>
            <a:endParaRPr kumimoji="1" lang="ja-JP" altLang="en-US" sz="16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6CC2E2C-D892-45F5-8F78-2EA21F67637D}"/>
              </a:ext>
            </a:extLst>
          </p:cNvPr>
          <p:cNvSpPr/>
          <p:nvPr/>
        </p:nvSpPr>
        <p:spPr>
          <a:xfrm>
            <a:off x="7625834" y="1212988"/>
            <a:ext cx="3661953" cy="413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 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をクリック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FF1B30E4-3AC3-4D78-B44D-B23EA7A11DFE}"/>
              </a:ext>
            </a:extLst>
          </p:cNvPr>
          <p:cNvSpPr/>
          <p:nvPr/>
        </p:nvSpPr>
        <p:spPr>
          <a:xfrm>
            <a:off x="7309210" y="1793223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2</a:t>
            </a:r>
            <a:endParaRPr kumimoji="1" lang="ja-JP" altLang="en-US" sz="16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DD8BF9C-39A9-49F1-AA2C-A525D6BEA570}"/>
              </a:ext>
            </a:extLst>
          </p:cNvPr>
          <p:cNvSpPr/>
          <p:nvPr/>
        </p:nvSpPr>
        <p:spPr>
          <a:xfrm>
            <a:off x="7625835" y="1748694"/>
            <a:ext cx="3661953" cy="413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コースの詳細を設定して「保存」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AD4F510-AFD1-4588-A94F-5C44E6CF6F10}"/>
              </a:ext>
            </a:extLst>
          </p:cNvPr>
          <p:cNvSpPr/>
          <p:nvPr/>
        </p:nvSpPr>
        <p:spPr>
          <a:xfrm>
            <a:off x="10019211" y="4366421"/>
            <a:ext cx="515254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CA6A45F5-788B-4EAD-97FE-2D8F11E36DE7}"/>
              </a:ext>
            </a:extLst>
          </p:cNvPr>
          <p:cNvSpPr/>
          <p:nvPr/>
        </p:nvSpPr>
        <p:spPr>
          <a:xfrm>
            <a:off x="7932573" y="3766133"/>
            <a:ext cx="2601892" cy="510295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10F4BE69-6F38-4D5E-8D10-65137EA384CD}"/>
              </a:ext>
            </a:extLst>
          </p:cNvPr>
          <p:cNvSpPr/>
          <p:nvPr/>
        </p:nvSpPr>
        <p:spPr>
          <a:xfrm>
            <a:off x="7309207" y="5408658"/>
            <a:ext cx="316630" cy="3037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1600" dirty="0"/>
              <a:t>3</a:t>
            </a:r>
            <a:endParaRPr kumimoji="1" lang="ja-JP" altLang="en-US" sz="1600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288D6BF-75DD-4F01-BA99-2D1284971630}"/>
              </a:ext>
            </a:extLst>
          </p:cNvPr>
          <p:cNvSpPr/>
          <p:nvPr/>
        </p:nvSpPr>
        <p:spPr>
          <a:xfrm>
            <a:off x="7625834" y="5422254"/>
            <a:ext cx="3661953" cy="725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作成した計画を編集するには、画面下部の</a:t>
            </a:r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       をクリック </a:t>
            </a:r>
            <a:endParaRPr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8A35DEAF-A58C-4742-98DF-4E3F373EE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644" y="5712396"/>
            <a:ext cx="965479" cy="3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50A081-EE62-4387-956D-09293DC5A039}"/>
              </a:ext>
            </a:extLst>
          </p:cNvPr>
          <p:cNvSpPr/>
          <p:nvPr/>
        </p:nvSpPr>
        <p:spPr>
          <a:xfrm>
            <a:off x="6770536" y="818606"/>
            <a:ext cx="5421464" cy="6039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188250-0F17-4CAB-A156-F8A52E989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8606"/>
            <a:ext cx="6657975" cy="498633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A47FA4C-9B20-4AB0-B570-7E93400D979C}"/>
              </a:ext>
            </a:extLst>
          </p:cNvPr>
          <p:cNvSpPr/>
          <p:nvPr/>
        </p:nvSpPr>
        <p:spPr>
          <a:xfrm>
            <a:off x="0" y="0"/>
            <a:ext cx="12192000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32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日報編集</a:t>
            </a:r>
            <a:endParaRPr kumimoji="1" lang="ja-JP" altLang="en-US" sz="32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4BADE407-26F4-43DD-A798-7F4532B03826}"/>
              </a:ext>
            </a:extLst>
          </p:cNvPr>
          <p:cNvSpPr/>
          <p:nvPr/>
        </p:nvSpPr>
        <p:spPr>
          <a:xfrm>
            <a:off x="568474" y="1170637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B3D77BB-663F-4CC9-B07F-E49588A19DEB}"/>
              </a:ext>
            </a:extLst>
          </p:cNvPr>
          <p:cNvSpPr/>
          <p:nvPr/>
        </p:nvSpPr>
        <p:spPr>
          <a:xfrm>
            <a:off x="36996" y="1673435"/>
            <a:ext cx="1069759" cy="25301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E3836CF-A341-4E23-AEFC-BCB2C2FFFE72}"/>
              </a:ext>
            </a:extLst>
          </p:cNvPr>
          <p:cNvSpPr/>
          <p:nvPr/>
        </p:nvSpPr>
        <p:spPr>
          <a:xfrm>
            <a:off x="1233997" y="1887106"/>
            <a:ext cx="2514209" cy="39082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F533213-7100-4556-B240-0D53C95F6D7E}"/>
              </a:ext>
            </a:extLst>
          </p:cNvPr>
          <p:cNvSpPr/>
          <p:nvPr/>
        </p:nvSpPr>
        <p:spPr>
          <a:xfrm>
            <a:off x="2852050" y="1427557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A5E486BC-2AF7-4B22-AE32-9FADBF8526DC}"/>
              </a:ext>
            </a:extLst>
          </p:cNvPr>
          <p:cNvSpPr/>
          <p:nvPr/>
        </p:nvSpPr>
        <p:spPr>
          <a:xfrm>
            <a:off x="5644420" y="2887308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87CE126-C90F-4EA1-87F5-B39223BD0B4C}"/>
              </a:ext>
            </a:extLst>
          </p:cNvPr>
          <p:cNvSpPr/>
          <p:nvPr/>
        </p:nvSpPr>
        <p:spPr>
          <a:xfrm>
            <a:off x="6096000" y="3293616"/>
            <a:ext cx="502830" cy="284085"/>
          </a:xfrm>
          <a:prstGeom prst="roundRect">
            <a:avLst>
              <a:gd name="adj" fmla="val 3365"/>
            </a:avLst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99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3300</TotalTime>
  <Words>188</Words>
  <Application>Microsoft Office PowerPoint</Application>
  <PresentationFormat>ワイド画面</PresentationFormat>
  <Paragraphs>53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24</cp:revision>
  <cp:lastPrinted>2026-05-11T23:16:03Z</cp:lastPrinted>
  <dcterms:created xsi:type="dcterms:W3CDTF">2026-04-22T06:42:16Z</dcterms:created>
  <dcterms:modified xsi:type="dcterms:W3CDTF">2026-05-11T23:17:05Z</dcterms:modified>
</cp:coreProperties>
</file>