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797675" cy="99266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89" y="4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F176A1-03F8-4A38-8867-5143B24E7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249CC59-79C0-4848-A175-477636AC3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798BD0-0F52-4E63-B701-6478A6166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47829-F5AE-4D82-8A52-68DB492C82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E62A27-4055-448F-A930-4E1289A94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01275C-D996-40D3-A143-91012775F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1EE7-C21C-424A-811E-850876C5FB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737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999C93-B1A4-4F5C-8895-6F373A69B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59F8EE-1B79-413D-9BA2-67889CE3E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639D9D-0C45-4679-802A-2FB7F82EA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47829-F5AE-4D82-8A52-68DB492C82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0EA09B-E97B-48A9-9175-BB4D3E39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357463-0629-4561-B572-D5F8D177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1EE7-C21C-424A-811E-850876C5FB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0405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414072-1610-4033-8A33-A3CF5CD84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C15C2D8-117A-4915-8585-D66D64452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D001CF-2E5E-4885-89A2-C36462E3C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47829-F5AE-4D82-8A52-68DB492C82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397CE7-98E2-4AF2-8009-8A8BA9545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D95DFB-2E86-4CE7-A8B1-E5644AE16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1EE7-C21C-424A-811E-850876C5FB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6469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12D847-26B2-49BA-AE43-5140F7F72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00783C-3504-4899-A67F-FCA6F2B8AF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30D7356-2A17-41E0-B7D8-D03C455D8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5D9B0A8-AB31-446A-8041-44EF1788E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47829-F5AE-4D82-8A52-68DB492C82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A72B94F-C9F6-49CC-B357-3289FC7E4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F60BE76-0518-4E87-9108-30B6BC31C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1EE7-C21C-424A-811E-850876C5FB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4150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86D89E-18E1-4612-A14E-F9AEA2305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8DE071F-F629-4E53-AE30-31A577D4F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51DE644-AD1B-430E-93E3-A58392BF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7B18937-EC64-4A16-93B7-DFD0FA483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DB7EFAE-E4D9-4875-9A0B-D46CA9B881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8EFC0F2-BFAD-4CB1-9A04-A0143707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47829-F5AE-4D82-8A52-68DB492C82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53976D-4581-4E82-865C-66B4E03CE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3CE4760-E8D7-4788-AEA8-37BD7F04B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1EE7-C21C-424A-811E-850876C5FB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6235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59B783-3E44-4670-BC10-A24590DB8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79222D2-D901-4357-9BBF-6D674D777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47829-F5AE-4D82-8A52-68DB492C82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FE1E761-42C9-46BF-9C44-2B359BBA8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AC95895-AD54-4B6E-B500-C22E31C8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1EE7-C21C-424A-811E-850876C5FB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0035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23E5A9F-E094-4AF2-9DBD-E66DB1A63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47829-F5AE-4D82-8A52-68DB492C82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320E4BE-C426-4C1F-BD6E-72BE489C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B5C1B8-809A-4501-B397-ED7475F3C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1EE7-C21C-424A-811E-850876C5FB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9110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35494A-4C3C-474F-BDE3-E2FB7F31D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69F14E-8B0B-48F7-9785-5D8DAAA8A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40AF644-8524-4940-9C8E-6AF1B408E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EC873E-6CD5-4013-98DD-8A367A1F5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47829-F5AE-4D82-8A52-68DB492C82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F7D9372-5FBF-4B2B-8CCD-B9E64F160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0A1D4F3-67FD-402A-87D8-0950D3701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1EE7-C21C-424A-811E-850876C5FB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9829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1BE5-EC81-4D3B-8306-A71A8A4AB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744E911-927F-4AFB-AAF0-3BB2AD8F31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CEFC207-23CA-42FE-A3C3-38F7CD2E7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394DBD-8EB7-4D2D-9318-3248AFEC8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47829-F5AE-4D82-8A52-68DB492C82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9499319-024C-4CAA-B2B5-178B38BEA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805DDB-18BB-485E-86AC-58E220D6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1EE7-C21C-424A-811E-850876C5FB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15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142E65-7904-440D-BF31-0228DF0AC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F34DA6A-608F-4FC4-A589-E99AB68BF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F010F4-3080-4F43-8ECC-0AF3122F4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47829-F5AE-4D82-8A52-68DB492C82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188488-9431-4AE3-A059-EB9EE8134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9C9D01-3970-4A04-970E-39D688BC6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1EE7-C21C-424A-811E-850876C5FB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248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19F926A-2FAA-4777-9B9B-5CB1DF22D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AEC463F-0DE9-43E3-AF64-56184B90F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550F4B-0D4D-4559-8ED1-C09EE87B2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47829-F5AE-4D82-8A52-68DB492C82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E0617F-CA75-4C4D-81BD-138E7D698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3C73ED-E8EF-477D-9BBF-1B5E9305D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1EE7-C21C-424A-811E-850876C5FB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8817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1D4096D-193F-4A09-80AB-D56AFAEF9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EA9AC2-EA0D-4512-ACD9-BF74A8C2E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4DAEF9-A964-4912-A853-1A5894967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47829-F5AE-4D82-8A52-68DB492C82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566615-34E8-46D4-AA32-73A76233F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0B4988-6735-434A-BCD9-B683522A32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21EE7-C21C-424A-811E-850876C5FB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55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2283861-DCA9-4D93-9C4A-464929C5F7D9}"/>
              </a:ext>
            </a:extLst>
          </p:cNvPr>
          <p:cNvSpPr/>
          <p:nvPr/>
        </p:nvSpPr>
        <p:spPr>
          <a:xfrm>
            <a:off x="9152962" y="405636"/>
            <a:ext cx="2851017" cy="5951552"/>
          </a:xfrm>
          <a:prstGeom prst="roundRect">
            <a:avLst>
              <a:gd name="adj" fmla="val 196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supabase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F9D1C1D7-042F-4651-878A-FACBA6F6010F}"/>
              </a:ext>
            </a:extLst>
          </p:cNvPr>
          <p:cNvSpPr/>
          <p:nvPr/>
        </p:nvSpPr>
        <p:spPr>
          <a:xfrm>
            <a:off x="353865" y="405637"/>
            <a:ext cx="3485989" cy="2826144"/>
          </a:xfrm>
          <a:prstGeom prst="roundRect">
            <a:avLst>
              <a:gd name="adj" fmla="val 196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各種デバイス</a:t>
            </a:r>
          </a:p>
        </p:txBody>
      </p:sp>
      <p:sp>
        <p:nvSpPr>
          <p:cNvPr id="4" name="フローチャート: 磁気ディスク 3">
            <a:extLst>
              <a:ext uri="{FF2B5EF4-FFF2-40B4-BE49-F238E27FC236}">
                <a16:creationId xmlns:a16="http://schemas.microsoft.com/office/drawing/2014/main" id="{63B2B5AB-8388-499E-A5B6-610E55EFA566}"/>
              </a:ext>
            </a:extLst>
          </p:cNvPr>
          <p:cNvSpPr/>
          <p:nvPr/>
        </p:nvSpPr>
        <p:spPr>
          <a:xfrm>
            <a:off x="9380083" y="1569090"/>
            <a:ext cx="799340" cy="76313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 err="1"/>
              <a:t>Obisan</a:t>
            </a:r>
            <a:r>
              <a:rPr kumimoji="1" lang="ja-JP" altLang="en-US" sz="1000" dirty="0"/>
              <a:t>用</a:t>
            </a:r>
            <a:endParaRPr kumimoji="1" lang="en-US" altLang="ja-JP" sz="1000" dirty="0"/>
          </a:p>
          <a:p>
            <a:pPr algn="ctr"/>
            <a:r>
              <a:rPr lang="ja-JP" altLang="en-US" sz="1000" dirty="0"/>
              <a:t>配送</a:t>
            </a:r>
            <a:r>
              <a:rPr lang="en-US" altLang="ja-JP" sz="1000" dirty="0"/>
              <a:t>DB</a:t>
            </a:r>
            <a:endParaRPr kumimoji="1" lang="ja-JP" altLang="en-US" sz="1000" dirty="0"/>
          </a:p>
        </p:txBody>
      </p:sp>
      <p:sp>
        <p:nvSpPr>
          <p:cNvPr id="6" name="フローチャート: 磁気ディスク 5">
            <a:extLst>
              <a:ext uri="{FF2B5EF4-FFF2-40B4-BE49-F238E27FC236}">
                <a16:creationId xmlns:a16="http://schemas.microsoft.com/office/drawing/2014/main" id="{97F1EEBC-2910-411C-AB75-052F41C8A7C8}"/>
              </a:ext>
            </a:extLst>
          </p:cNvPr>
          <p:cNvSpPr/>
          <p:nvPr/>
        </p:nvSpPr>
        <p:spPr>
          <a:xfrm>
            <a:off x="9380083" y="3780906"/>
            <a:ext cx="799340" cy="76313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/>
              <a:t>〇〇</a:t>
            </a:r>
            <a:r>
              <a:rPr lang="en-US" altLang="ja-JP" sz="1000" dirty="0"/>
              <a:t>DB</a:t>
            </a:r>
            <a:endParaRPr kumimoji="1" lang="ja-JP" altLang="en-US" sz="1000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6C7AE08-336B-4DBC-BCA5-B0815D5C13A0}"/>
              </a:ext>
            </a:extLst>
          </p:cNvPr>
          <p:cNvSpPr/>
          <p:nvPr/>
        </p:nvSpPr>
        <p:spPr>
          <a:xfrm>
            <a:off x="5745036" y="383223"/>
            <a:ext cx="3098397" cy="5973965"/>
          </a:xfrm>
          <a:prstGeom prst="roundRect">
            <a:avLst>
              <a:gd name="adj" fmla="val 1961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netlify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E3D4FCD-6402-40AE-A4CD-40932CC812B8}"/>
              </a:ext>
            </a:extLst>
          </p:cNvPr>
          <p:cNvSpPr/>
          <p:nvPr/>
        </p:nvSpPr>
        <p:spPr>
          <a:xfrm>
            <a:off x="6089873" y="1077726"/>
            <a:ext cx="2408721" cy="1780059"/>
          </a:xfrm>
          <a:prstGeom prst="roundRect">
            <a:avLst>
              <a:gd name="adj" fmla="val 1961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Obisan</a:t>
            </a:r>
            <a:r>
              <a:rPr kumimoji="1" lang="ja-JP" altLang="en-US" sz="1200" dirty="0">
                <a:solidFill>
                  <a:schemeClr val="tx1"/>
                </a:solidFill>
              </a:rPr>
              <a:t>用配送アプリ</a:t>
            </a:r>
          </a:p>
        </p:txBody>
      </p:sp>
      <p:sp>
        <p:nvSpPr>
          <p:cNvPr id="10" name="四角形: メモ 9">
            <a:extLst>
              <a:ext uri="{FF2B5EF4-FFF2-40B4-BE49-F238E27FC236}">
                <a16:creationId xmlns:a16="http://schemas.microsoft.com/office/drawing/2014/main" id="{490CC582-E89E-42BF-9D95-EDDBB8C084F7}"/>
              </a:ext>
            </a:extLst>
          </p:cNvPr>
          <p:cNvSpPr/>
          <p:nvPr/>
        </p:nvSpPr>
        <p:spPr>
          <a:xfrm>
            <a:off x="7456295" y="1640903"/>
            <a:ext cx="684287" cy="767614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admin</a:t>
            </a:r>
          </a:p>
          <a:p>
            <a:pPr algn="ctr"/>
            <a:r>
              <a:rPr kumimoji="1" lang="en-US" altLang="ja-JP" sz="1000" dirty="0"/>
              <a:t>.html</a:t>
            </a:r>
            <a:endParaRPr kumimoji="1" lang="ja-JP" altLang="en-US" sz="1000" dirty="0"/>
          </a:p>
        </p:txBody>
      </p:sp>
      <p:sp>
        <p:nvSpPr>
          <p:cNvPr id="11" name="四角形: メモ 10">
            <a:extLst>
              <a:ext uri="{FF2B5EF4-FFF2-40B4-BE49-F238E27FC236}">
                <a16:creationId xmlns:a16="http://schemas.microsoft.com/office/drawing/2014/main" id="{6005EEDC-0226-4F0D-A00D-138C71296B0B}"/>
              </a:ext>
            </a:extLst>
          </p:cNvPr>
          <p:cNvSpPr/>
          <p:nvPr/>
        </p:nvSpPr>
        <p:spPr>
          <a:xfrm>
            <a:off x="6447885" y="1638813"/>
            <a:ext cx="684287" cy="767614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Index</a:t>
            </a:r>
          </a:p>
          <a:p>
            <a:pPr algn="ctr"/>
            <a:r>
              <a:rPr kumimoji="1" lang="en-US" altLang="ja-JP" sz="1000" dirty="0"/>
              <a:t>.html</a:t>
            </a:r>
            <a:endParaRPr kumimoji="1" lang="ja-JP" altLang="en-US" sz="1000" dirty="0"/>
          </a:p>
        </p:txBody>
      </p:sp>
      <p:sp>
        <p:nvSpPr>
          <p:cNvPr id="12" name="フローチャート: 磁気ディスク 11">
            <a:extLst>
              <a:ext uri="{FF2B5EF4-FFF2-40B4-BE49-F238E27FC236}">
                <a16:creationId xmlns:a16="http://schemas.microsoft.com/office/drawing/2014/main" id="{0F450186-DE50-46BC-9541-341DA90953C1}"/>
              </a:ext>
            </a:extLst>
          </p:cNvPr>
          <p:cNvSpPr/>
          <p:nvPr/>
        </p:nvSpPr>
        <p:spPr>
          <a:xfrm>
            <a:off x="9380083" y="5203751"/>
            <a:ext cx="799340" cy="763131"/>
          </a:xfrm>
          <a:prstGeom prst="flowChartMagneticDisk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□□</a:t>
            </a:r>
            <a:r>
              <a:rPr kumimoji="1" lang="ja-JP" altLang="en-US" sz="1000" dirty="0">
                <a:solidFill>
                  <a:schemeClr val="tx1"/>
                </a:solidFill>
              </a:rPr>
              <a:t>用</a:t>
            </a:r>
            <a:endParaRPr kumimoji="1"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DB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8B6696C2-11B7-40BF-A0B0-E9E83ACCD1E0}"/>
              </a:ext>
            </a:extLst>
          </p:cNvPr>
          <p:cNvCxnSpPr>
            <a:stCxn id="9" idx="3"/>
            <a:endCxn id="4" idx="2"/>
          </p:cNvCxnSpPr>
          <p:nvPr/>
        </p:nvCxnSpPr>
        <p:spPr>
          <a:xfrm flipV="1">
            <a:off x="8498594" y="1950656"/>
            <a:ext cx="881489" cy="17100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図 16">
            <a:extLst>
              <a:ext uri="{FF2B5EF4-FFF2-40B4-BE49-F238E27FC236}">
                <a16:creationId xmlns:a16="http://schemas.microsoft.com/office/drawing/2014/main" id="{7E22F76E-8982-4C46-ADBB-EBFD5E4C9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391" y="1706787"/>
            <a:ext cx="2237197" cy="1250868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8" name="右中かっこ 17">
            <a:extLst>
              <a:ext uri="{FF2B5EF4-FFF2-40B4-BE49-F238E27FC236}">
                <a16:creationId xmlns:a16="http://schemas.microsoft.com/office/drawing/2014/main" id="{33CAD4C3-9BC7-45EE-BBE2-0A58DA223C58}"/>
              </a:ext>
            </a:extLst>
          </p:cNvPr>
          <p:cNvSpPr/>
          <p:nvPr/>
        </p:nvSpPr>
        <p:spPr>
          <a:xfrm>
            <a:off x="10399056" y="1077726"/>
            <a:ext cx="318247" cy="3678053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E9D2009-2ECD-4E5A-8B81-18D5EFCFC8AE}"/>
              </a:ext>
            </a:extLst>
          </p:cNvPr>
          <p:cNvSpPr/>
          <p:nvPr/>
        </p:nvSpPr>
        <p:spPr>
          <a:xfrm>
            <a:off x="10803063" y="2502138"/>
            <a:ext cx="963110" cy="7296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2</a:t>
            </a:r>
            <a:r>
              <a:rPr kumimoji="1" lang="ja-JP" altLang="en-US" sz="1200" dirty="0">
                <a:solidFill>
                  <a:schemeClr val="tx1"/>
                </a:solidFill>
              </a:rPr>
              <a:t>個まで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無料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19A176B6-0B37-435B-AA0C-28917731CBC9}"/>
              </a:ext>
            </a:extLst>
          </p:cNvPr>
          <p:cNvSpPr/>
          <p:nvPr/>
        </p:nvSpPr>
        <p:spPr>
          <a:xfrm>
            <a:off x="6318906" y="2509473"/>
            <a:ext cx="1860784" cy="243176"/>
          </a:xfrm>
          <a:prstGeom prst="roundRect">
            <a:avLst>
              <a:gd name="adj" fmla="val 196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http://sample-aaa.com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7788BB46-82FE-4CD9-9CB7-A49D740C26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90"/>
          <a:stretch/>
        </p:blipFill>
        <p:spPr>
          <a:xfrm>
            <a:off x="597093" y="943656"/>
            <a:ext cx="749298" cy="1412538"/>
          </a:xfrm>
          <a:prstGeom prst="rect">
            <a:avLst/>
          </a:prstGeom>
          <a:ln w="76200" cap="sq">
            <a:solidFill>
              <a:schemeClr val="tx1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" name="雲 13">
            <a:extLst>
              <a:ext uri="{FF2B5EF4-FFF2-40B4-BE49-F238E27FC236}">
                <a16:creationId xmlns:a16="http://schemas.microsoft.com/office/drawing/2014/main" id="{3CEC9971-96EC-4529-B27D-0204D741B8C5}"/>
              </a:ext>
            </a:extLst>
          </p:cNvPr>
          <p:cNvSpPr/>
          <p:nvPr/>
        </p:nvSpPr>
        <p:spPr>
          <a:xfrm>
            <a:off x="4077660" y="1159266"/>
            <a:ext cx="1477421" cy="1247161"/>
          </a:xfrm>
          <a:prstGeom prst="cloud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internet</a:t>
            </a:r>
            <a:endParaRPr kumimoji="1" lang="ja-JP" altLang="en-US" sz="1400" dirty="0"/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C417DCA5-1604-4A95-B2BA-88C0E164D309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>
            <a:off x="3839854" y="1818709"/>
            <a:ext cx="2250019" cy="149047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344598B1-A4AD-4C51-905E-0BAFA3CAD728}"/>
              </a:ext>
            </a:extLst>
          </p:cNvPr>
          <p:cNvSpPr/>
          <p:nvPr/>
        </p:nvSpPr>
        <p:spPr>
          <a:xfrm>
            <a:off x="10321508" y="5276715"/>
            <a:ext cx="963110" cy="7296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3</a:t>
            </a:r>
            <a:r>
              <a:rPr kumimoji="1" lang="ja-JP" altLang="en-US" sz="1200" dirty="0">
                <a:solidFill>
                  <a:schemeClr val="tx1"/>
                </a:solidFill>
              </a:rPr>
              <a:t>個目から有料</a:t>
            </a:r>
          </a:p>
        </p:txBody>
      </p:sp>
    </p:spTree>
    <p:extLst>
      <p:ext uri="{BB962C8B-B14F-4D97-AF65-F5344CB8AC3E}">
        <p14:creationId xmlns:p14="http://schemas.microsoft.com/office/powerpoint/2010/main" val="3282771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38</Words>
  <Application>Microsoft Office PowerPoint</Application>
  <PresentationFormat>ワイド画面</PresentationFormat>
  <Paragraphs>18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User3292</dc:creator>
  <cp:lastModifiedBy>User3292</cp:lastModifiedBy>
  <cp:revision>6</cp:revision>
  <cp:lastPrinted>2026-03-27T04:13:02Z</cp:lastPrinted>
  <dcterms:created xsi:type="dcterms:W3CDTF">2026-03-27T02:48:14Z</dcterms:created>
  <dcterms:modified xsi:type="dcterms:W3CDTF">2026-03-27T04:15:07Z</dcterms:modified>
</cp:coreProperties>
</file>