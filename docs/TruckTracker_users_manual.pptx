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8" autoAdjust="0"/>
    <p:restoredTop sz="94660"/>
  </p:normalViewPr>
  <p:slideViewPr>
    <p:cSldViewPr snapToGrid="0">
      <p:cViewPr varScale="1">
        <p:scale>
          <a:sx n="93" d="100"/>
          <a:sy n="93" d="100"/>
        </p:scale>
        <p:origin x="5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283A48-0B3B-45B9-86B7-6625DBDE1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15549E0-9E63-47EB-AE14-6B0F82B59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19FEC7-C56D-4589-B2EF-155CBFAA3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543B22-2DF6-454E-8D98-9AADDE480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71A876-9359-4C67-B473-27D453B5B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684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290E3C-43EB-42EE-BA50-A5D4EC45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A48EC7-71E4-412D-AEAD-83687D384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62EF0C-48C6-480E-9881-F02D1C517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922B18-3CF8-44E0-A2EB-76576B5E8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65BA2A-AD14-449C-8298-04AA39B0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098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878FA7-0CBC-4E41-B75E-C0AD78134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75D3324-2298-47E4-A2F6-82AA2B883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853250-765C-425A-93C8-D3D2782B9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8D59C7-B789-4997-B8D0-73C72A21A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4B4042-3A90-4370-9862-4D25586C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778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E46B78-759E-41C6-A43F-F000B5ED4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B5D233-5ACC-4BF1-B359-113E0CFFDF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8D5477F-5FF0-47E6-8B05-D6A3F655F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B8FD85-2378-4FBD-99B7-45F5D954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519478-EDEF-4803-AC06-80E3D983D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71F876-D168-4D52-B346-82AE0D95F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1691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FAC3B1-4611-417F-BE03-54B0963BB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5B126D-198A-4378-AB5A-9570EE136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28AB9FD-5701-4AFE-AE49-9250F2D7D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BC1A679-7FD8-48FF-A906-385B23A9D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C2F1D09-2649-4543-9C31-0E05038B1C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7C5FB13-4315-45A4-B8AC-8F4240DA6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D61A608-0A46-4CC6-BDDB-A8B150987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EDFE3D5-6D1B-488E-B80F-FA5A729DA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5062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9DFF5A-6E45-4A25-9654-FE2AFD505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8826104-DCBD-48A9-95EC-537EBF36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B01C602-8D8F-481F-A802-0E575D2BB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A4FADD5-CFF7-409A-B948-97E6E9ED0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4205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E7E0C43-563D-4D4D-BAFA-8FD7F843D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FA21416-24F1-496C-AB62-D54084B4D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12C7D78-46DF-401B-AC56-DAFC0087E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4050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352385-5EAA-48BB-AB3F-54D2DB6E6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1BDCB0-9B4D-45EF-96E5-D4D4B5031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3E3019-E708-490F-A27A-75A88E08B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8F81D4D-A424-434C-AFDD-4B5DE0FF3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659136-A23E-40EE-9179-C0980534A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0683D52-C263-4D3F-9445-E1756D082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3268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C0DB98-B7E8-43EA-9F48-6076E3A76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6D4280E-798A-4859-9D7C-6D9AA45477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7DCEC01-5A84-4DB2-8E96-5D1B55D0E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EF338D0-8EF1-4EB8-B7CA-DEC713F30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1ED2238-0421-484D-9416-7DF3222BD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81C8634-84A9-402C-9DFE-080174D44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0636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0857ED-2E40-4AA2-8C15-EC23D54B5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90848A5-6D4C-4FAA-AC7E-5CC565D8B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4D0D58-5E38-4A78-820B-7416A6CE0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39CD98C-9FB3-449B-844E-E0AD6584D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E336EC-DAB8-4055-81FA-4A4A7332A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559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E1375BB-F810-4BA2-906D-FCA17E7BFD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26BA894-86E6-43A2-A915-F7B726A70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07103C-572A-4CAA-AE98-BC9C1AEF8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CE3B5-CA0D-4088-AAC2-8FEFA1D21E98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05B1BF-9295-4A6F-9DF1-EF436D90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0F3864-9F5C-4723-A5EA-1C228160B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1045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655B88F-1D34-4CF6-8372-B04DDA591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C868F13-D17C-4862-BCF5-6B7EDD114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AB9298-DEAD-4E61-8B9E-63B1AF7A65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CE3B5-CA0D-4088-AAC2-8FEFA1D21E98}" type="datetimeFigureOut">
              <a:rPr kumimoji="1" lang="ja-JP" altLang="en-US" smtClean="0"/>
              <a:t>2026/4/30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5B1947-8ABD-49F5-ACCA-ACF293E09F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7C8915-FA9F-426E-8D72-8AB392FAC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4AB30-69E6-434C-ADEB-A570970FC6A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5689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C:\Users\User3292\Downloads\benevolent-pithivier-7daac5.netlify.app_(iPhone 12 Pro) (2).png">
            <a:extLst>
              <a:ext uri="{FF2B5EF4-FFF2-40B4-BE49-F238E27FC236}">
                <a16:creationId xmlns:a16="http://schemas.microsoft.com/office/drawing/2014/main" id="{4EA5C664-A764-4023-9683-09542A02C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22894" cy="6858000"/>
          </a:xfrm>
          <a:prstGeom prst="rect">
            <a:avLst/>
          </a:prstGeom>
          <a:noFill/>
          <a:ln>
            <a:solidFill>
              <a:sysClr val="windowText" lastClr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F3DCC8A1-1816-4E35-8457-F1F812103AD1}"/>
              </a:ext>
            </a:extLst>
          </p:cNvPr>
          <p:cNvSpPr/>
          <p:nvPr/>
        </p:nvSpPr>
        <p:spPr>
          <a:xfrm>
            <a:off x="2040550" y="1782489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1</a:t>
            </a:r>
            <a:endParaRPr kumimoji="1" lang="ja-JP" altLang="en-US" sz="3200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039F66AD-2AFC-4D90-AAF4-E011CF2D5388}"/>
              </a:ext>
            </a:extLst>
          </p:cNvPr>
          <p:cNvSpPr/>
          <p:nvPr/>
        </p:nvSpPr>
        <p:spPr>
          <a:xfrm>
            <a:off x="2040550" y="3230753"/>
            <a:ext cx="552118" cy="524229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2</a:t>
            </a:r>
            <a:endParaRPr kumimoji="1" lang="ja-JP" altLang="en-US" sz="3200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9078507B-3D76-432C-B244-4D98894AF42A}"/>
              </a:ext>
            </a:extLst>
          </p:cNvPr>
          <p:cNvSpPr/>
          <p:nvPr/>
        </p:nvSpPr>
        <p:spPr>
          <a:xfrm>
            <a:off x="2040550" y="4137689"/>
            <a:ext cx="547435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3</a:t>
            </a:r>
            <a:endParaRPr kumimoji="1" lang="ja-JP" altLang="en-US" sz="3200" dirty="0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9488D39E-64FE-4652-9B37-F03AC85C7651}"/>
              </a:ext>
            </a:extLst>
          </p:cNvPr>
          <p:cNvSpPr/>
          <p:nvPr/>
        </p:nvSpPr>
        <p:spPr>
          <a:xfrm>
            <a:off x="4265591" y="479764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1</a:t>
            </a:r>
            <a:endParaRPr kumimoji="1" lang="ja-JP" altLang="en-US" sz="3200" dirty="0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B61F3732-933D-4929-AA7F-125AC76F7351}"/>
              </a:ext>
            </a:extLst>
          </p:cNvPr>
          <p:cNvSpPr/>
          <p:nvPr/>
        </p:nvSpPr>
        <p:spPr>
          <a:xfrm>
            <a:off x="4265591" y="1698964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200" dirty="0"/>
              <a:t>2</a:t>
            </a:r>
            <a:endParaRPr kumimoji="1" lang="ja-JP" altLang="en-US" sz="3200" dirty="0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F9F17EEA-F14F-4EC3-9CD6-D3911A6758A5}"/>
              </a:ext>
            </a:extLst>
          </p:cNvPr>
          <p:cNvSpPr/>
          <p:nvPr/>
        </p:nvSpPr>
        <p:spPr>
          <a:xfrm>
            <a:off x="4265590" y="2932489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200" dirty="0"/>
              <a:t>3</a:t>
            </a:r>
            <a:endParaRPr kumimoji="1" lang="ja-JP" altLang="en-US" sz="32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FE63A5E-726E-4FD6-9717-0F4629CE532D}"/>
              </a:ext>
            </a:extLst>
          </p:cNvPr>
          <p:cNvSpPr/>
          <p:nvPr/>
        </p:nvSpPr>
        <p:spPr>
          <a:xfrm>
            <a:off x="4817709" y="335280"/>
            <a:ext cx="6117772" cy="818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配送を開始するコースを選択します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B3E1076-2DC1-406C-9692-47CA6476F1BC}"/>
              </a:ext>
            </a:extLst>
          </p:cNvPr>
          <p:cNvSpPr/>
          <p:nvPr/>
        </p:nvSpPr>
        <p:spPr>
          <a:xfrm>
            <a:off x="4817709" y="1554480"/>
            <a:ext cx="6117772" cy="818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トラックを選択します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8EDC780-9D1D-4526-A358-5309F7074D80}"/>
              </a:ext>
            </a:extLst>
          </p:cNvPr>
          <p:cNvSpPr/>
          <p:nvPr/>
        </p:nvSpPr>
        <p:spPr>
          <a:xfrm>
            <a:off x="4817709" y="2821450"/>
            <a:ext cx="6117772" cy="818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次へ を押します</a:t>
            </a:r>
          </a:p>
        </p:txBody>
      </p:sp>
    </p:spTree>
    <p:extLst>
      <p:ext uri="{BB962C8B-B14F-4D97-AF65-F5344CB8AC3E}">
        <p14:creationId xmlns:p14="http://schemas.microsoft.com/office/powerpoint/2010/main" val="2416057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C:\Users\User3292\Downloads\benevolent-pithivier-7daac5.netlify.app_(iPhone 12 Pro).png">
            <a:extLst>
              <a:ext uri="{FF2B5EF4-FFF2-40B4-BE49-F238E27FC236}">
                <a16:creationId xmlns:a16="http://schemas.microsoft.com/office/drawing/2014/main" id="{F29FB819-A9B6-49F7-99E6-1D3B1D7A3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3122893" cy="6857999"/>
          </a:xfrm>
          <a:prstGeom prst="rect">
            <a:avLst/>
          </a:prstGeom>
          <a:noFill/>
          <a:ln>
            <a:solidFill>
              <a:sysClr val="windowText" lastClr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488471B3-E194-4F2E-9E62-3134D9D82BAB}"/>
              </a:ext>
            </a:extLst>
          </p:cNvPr>
          <p:cNvSpPr/>
          <p:nvPr/>
        </p:nvSpPr>
        <p:spPr>
          <a:xfrm>
            <a:off x="2223430" y="2899362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1</a:t>
            </a:r>
            <a:endParaRPr kumimoji="1" lang="ja-JP" altLang="en-US" sz="3200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9237167D-9D94-49A2-AF4E-7C345F736343}"/>
              </a:ext>
            </a:extLst>
          </p:cNvPr>
          <p:cNvSpPr/>
          <p:nvPr/>
        </p:nvSpPr>
        <p:spPr>
          <a:xfrm>
            <a:off x="2223431" y="3783252"/>
            <a:ext cx="552118" cy="524229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2</a:t>
            </a:r>
            <a:endParaRPr kumimoji="1" lang="ja-JP" altLang="en-US" sz="3200" dirty="0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308A39D-95B6-497E-99A3-A9FC263AE2CF}"/>
              </a:ext>
            </a:extLst>
          </p:cNvPr>
          <p:cNvSpPr/>
          <p:nvPr/>
        </p:nvSpPr>
        <p:spPr>
          <a:xfrm>
            <a:off x="4265591" y="479764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1</a:t>
            </a:r>
            <a:endParaRPr kumimoji="1" lang="ja-JP" altLang="en-US" sz="3200" dirty="0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7CD43126-428E-43B7-AD6F-BABA56D44C93}"/>
              </a:ext>
            </a:extLst>
          </p:cNvPr>
          <p:cNvSpPr/>
          <p:nvPr/>
        </p:nvSpPr>
        <p:spPr>
          <a:xfrm>
            <a:off x="4265591" y="2439192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200" dirty="0"/>
              <a:t>2</a:t>
            </a:r>
            <a:endParaRPr kumimoji="1" lang="ja-JP" altLang="en-US" sz="3200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14E58F1-4833-4430-8843-E58C4B6A72DE}"/>
              </a:ext>
            </a:extLst>
          </p:cNvPr>
          <p:cNvSpPr/>
          <p:nvPr/>
        </p:nvSpPr>
        <p:spPr>
          <a:xfrm>
            <a:off x="4817709" y="335280"/>
            <a:ext cx="6117772" cy="818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最初の配達先を確認して、出発を押します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BEAC40A-75E7-4336-BB5B-745CB1A2A0B2}"/>
              </a:ext>
            </a:extLst>
          </p:cNvPr>
          <p:cNvSpPr/>
          <p:nvPr/>
        </p:nvSpPr>
        <p:spPr>
          <a:xfrm>
            <a:off x="4817709" y="2294708"/>
            <a:ext cx="6117772" cy="818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コース選択に戻る場合は計画選択に戻る を押します</a:t>
            </a:r>
            <a:endParaRPr kumimoji="1" lang="ja-JP" altLang="en-US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1B5490A-BA25-45A2-AB75-473B16B5A03D}"/>
              </a:ext>
            </a:extLst>
          </p:cNvPr>
          <p:cNvSpPr/>
          <p:nvPr/>
        </p:nvSpPr>
        <p:spPr>
          <a:xfrm>
            <a:off x="4817709" y="1009402"/>
            <a:ext cx="6117772" cy="818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押したら</a:t>
            </a:r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、最初の配達先へ移動を開始してください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322538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C:\Users\User3292\Downloads\benevolent-pithivier-7daac5.netlify.app_(iPhone 12 Pro) (1).png">
            <a:extLst>
              <a:ext uri="{FF2B5EF4-FFF2-40B4-BE49-F238E27FC236}">
                <a16:creationId xmlns:a16="http://schemas.microsoft.com/office/drawing/2014/main" id="{5C30821D-782A-4027-8A0A-8E296531B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3124200" cy="6860868"/>
          </a:xfrm>
          <a:prstGeom prst="rect">
            <a:avLst/>
          </a:prstGeom>
          <a:noFill/>
          <a:ln>
            <a:solidFill>
              <a:sysClr val="windowText" lastClr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楕円 2">
            <a:extLst>
              <a:ext uri="{FF2B5EF4-FFF2-40B4-BE49-F238E27FC236}">
                <a16:creationId xmlns:a16="http://schemas.microsoft.com/office/drawing/2014/main" id="{934D051B-2849-45F0-9AC9-041CFD881133}"/>
              </a:ext>
            </a:extLst>
          </p:cNvPr>
          <p:cNvSpPr/>
          <p:nvPr/>
        </p:nvSpPr>
        <p:spPr>
          <a:xfrm>
            <a:off x="2223430" y="2020881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1</a:t>
            </a:r>
            <a:endParaRPr kumimoji="1" lang="ja-JP" altLang="en-US" sz="3200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91C5961E-A0C3-4CE0-A9D7-AC722EFFC0A8}"/>
              </a:ext>
            </a:extLst>
          </p:cNvPr>
          <p:cNvSpPr/>
          <p:nvPr/>
        </p:nvSpPr>
        <p:spPr>
          <a:xfrm>
            <a:off x="4265591" y="479764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1</a:t>
            </a:r>
            <a:endParaRPr kumimoji="1" lang="ja-JP" altLang="en-US" sz="3200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12FC4DA-6E1F-4588-8808-C91B6E0289C8}"/>
              </a:ext>
            </a:extLst>
          </p:cNvPr>
          <p:cNvSpPr/>
          <p:nvPr/>
        </p:nvSpPr>
        <p:spPr>
          <a:xfrm>
            <a:off x="4817709" y="335280"/>
            <a:ext cx="6117772" cy="818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配達先に到着したら 到着 を押します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FF64736-5737-4A73-B440-81BEEE2226F2}"/>
              </a:ext>
            </a:extLst>
          </p:cNvPr>
          <p:cNvSpPr/>
          <p:nvPr/>
        </p:nvSpPr>
        <p:spPr>
          <a:xfrm>
            <a:off x="4817709" y="1009402"/>
            <a:ext cx="6117772" cy="818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押したら</a:t>
            </a:r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、荷下ろしを開始してください</a:t>
            </a: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F6577F8D-6D00-40F6-8732-1AF882FD89A7}"/>
              </a:ext>
            </a:extLst>
          </p:cNvPr>
          <p:cNvSpPr/>
          <p:nvPr/>
        </p:nvSpPr>
        <p:spPr>
          <a:xfrm>
            <a:off x="2223431" y="2945051"/>
            <a:ext cx="552118" cy="524229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2</a:t>
            </a:r>
            <a:endParaRPr kumimoji="1" lang="ja-JP" altLang="en-US" sz="3200" dirty="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926B0384-155C-4E95-BE49-812231CEAB13}"/>
              </a:ext>
            </a:extLst>
          </p:cNvPr>
          <p:cNvSpPr/>
          <p:nvPr/>
        </p:nvSpPr>
        <p:spPr>
          <a:xfrm>
            <a:off x="4265591" y="2455521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200" dirty="0"/>
              <a:t>2</a:t>
            </a:r>
            <a:endParaRPr kumimoji="1" lang="ja-JP" altLang="en-US" sz="3200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7A19430-81C4-48C9-A879-DEE7BF928539}"/>
              </a:ext>
            </a:extLst>
          </p:cNvPr>
          <p:cNvSpPr/>
          <p:nvPr/>
        </p:nvSpPr>
        <p:spPr>
          <a:xfrm>
            <a:off x="4817709" y="2311037"/>
            <a:ext cx="6117772" cy="818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「出発を取り消す」と、出発前に戻ります</a:t>
            </a:r>
            <a:endParaRPr kumimoji="1" lang="ja-JP" altLang="en-US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9226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7D28CB9-EE2C-494F-94AB-BFDE1C3D1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168981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楕円 3">
            <a:extLst>
              <a:ext uri="{FF2B5EF4-FFF2-40B4-BE49-F238E27FC236}">
                <a16:creationId xmlns:a16="http://schemas.microsoft.com/office/drawing/2014/main" id="{C6D23D2A-DB9C-46D8-8C59-7B39C76C1C3E}"/>
              </a:ext>
            </a:extLst>
          </p:cNvPr>
          <p:cNvSpPr/>
          <p:nvPr/>
        </p:nvSpPr>
        <p:spPr>
          <a:xfrm>
            <a:off x="2239759" y="3655920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1</a:t>
            </a:r>
            <a:endParaRPr kumimoji="1" lang="ja-JP" altLang="en-US" sz="3200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D3C9CD8-7C5D-4531-8E2F-C84A11984E8C}"/>
              </a:ext>
            </a:extLst>
          </p:cNvPr>
          <p:cNvSpPr/>
          <p:nvPr/>
        </p:nvSpPr>
        <p:spPr>
          <a:xfrm>
            <a:off x="2239759" y="5051437"/>
            <a:ext cx="552118" cy="524229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2</a:t>
            </a:r>
            <a:endParaRPr kumimoji="1" lang="ja-JP" altLang="en-US" sz="3200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742CC8AA-6757-44DA-ADBA-DECBD1ABBE66}"/>
              </a:ext>
            </a:extLst>
          </p:cNvPr>
          <p:cNvSpPr/>
          <p:nvPr/>
        </p:nvSpPr>
        <p:spPr>
          <a:xfrm>
            <a:off x="4265591" y="479764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1</a:t>
            </a:r>
            <a:endParaRPr kumimoji="1" lang="ja-JP" altLang="en-US" sz="3200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3F536E59-E799-48F1-A8DC-92A1FFA7350A}"/>
              </a:ext>
            </a:extLst>
          </p:cNvPr>
          <p:cNvSpPr/>
          <p:nvPr/>
        </p:nvSpPr>
        <p:spPr>
          <a:xfrm>
            <a:off x="4265591" y="2502130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200" dirty="0"/>
              <a:t>2</a:t>
            </a:r>
            <a:endParaRPr kumimoji="1" lang="ja-JP" altLang="en-US" sz="3200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840E382-B2B6-456C-B2FE-77099B321F6D}"/>
              </a:ext>
            </a:extLst>
          </p:cNvPr>
          <p:cNvSpPr/>
          <p:nvPr/>
        </p:nvSpPr>
        <p:spPr>
          <a:xfrm>
            <a:off x="4817709" y="335280"/>
            <a:ext cx="6117772" cy="818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荷下ろしが完了したら、次の配達先を確認して</a:t>
            </a:r>
            <a:endParaRPr kumimoji="1" lang="en-US" altLang="ja-JP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「出発」を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押します</a:t>
            </a:r>
            <a:endParaRPr kumimoji="1" lang="ja-JP" altLang="en-US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C7F6581-417F-4864-8F51-8778B2B23B76}"/>
              </a:ext>
            </a:extLst>
          </p:cNvPr>
          <p:cNvSpPr/>
          <p:nvPr/>
        </p:nvSpPr>
        <p:spPr>
          <a:xfrm>
            <a:off x="4817709" y="2357646"/>
            <a:ext cx="6117772" cy="818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「到着を取り消す」と、到着前に戻ります</a:t>
            </a:r>
            <a:endParaRPr kumimoji="1" lang="ja-JP" altLang="en-US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515C344-2EE2-4F2B-9A8A-81DE8CF82703}"/>
              </a:ext>
            </a:extLst>
          </p:cNvPr>
          <p:cNvSpPr/>
          <p:nvPr/>
        </p:nvSpPr>
        <p:spPr>
          <a:xfrm>
            <a:off x="4817709" y="1009402"/>
            <a:ext cx="6117772" cy="818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押し</a:t>
            </a:r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たら、次の配達先へ移動を開始してください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073873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0F121A7-BC59-4076-BD83-700104605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168981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楕円 3">
            <a:extLst>
              <a:ext uri="{FF2B5EF4-FFF2-40B4-BE49-F238E27FC236}">
                <a16:creationId xmlns:a16="http://schemas.microsoft.com/office/drawing/2014/main" id="{1C7F861C-1842-430F-8A8F-01BC5C22F0F8}"/>
              </a:ext>
            </a:extLst>
          </p:cNvPr>
          <p:cNvSpPr/>
          <p:nvPr/>
        </p:nvSpPr>
        <p:spPr>
          <a:xfrm>
            <a:off x="2239759" y="3002777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1</a:t>
            </a:r>
            <a:endParaRPr kumimoji="1" lang="ja-JP" altLang="en-US" sz="3200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32412D0A-C98E-4019-AA2E-6E81203479F3}"/>
              </a:ext>
            </a:extLst>
          </p:cNvPr>
          <p:cNvSpPr/>
          <p:nvPr/>
        </p:nvSpPr>
        <p:spPr>
          <a:xfrm>
            <a:off x="4265591" y="479764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1</a:t>
            </a:r>
            <a:endParaRPr kumimoji="1" lang="ja-JP" altLang="en-US" sz="3200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9B4639F-9527-4E52-A599-981B282B4049}"/>
              </a:ext>
            </a:extLst>
          </p:cNvPr>
          <p:cNvSpPr/>
          <p:nvPr/>
        </p:nvSpPr>
        <p:spPr>
          <a:xfrm>
            <a:off x="4817709" y="335280"/>
            <a:ext cx="6117772" cy="818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最後の配達が完了したら、帰社を押します</a:t>
            </a:r>
          </a:p>
        </p:txBody>
      </p:sp>
    </p:spTree>
    <p:extLst>
      <p:ext uri="{BB962C8B-B14F-4D97-AF65-F5344CB8AC3E}">
        <p14:creationId xmlns:p14="http://schemas.microsoft.com/office/powerpoint/2010/main" val="1157198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17ADE6A-4079-4708-9D7A-D9952E026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168981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楕円 3">
            <a:extLst>
              <a:ext uri="{FF2B5EF4-FFF2-40B4-BE49-F238E27FC236}">
                <a16:creationId xmlns:a16="http://schemas.microsoft.com/office/drawing/2014/main" id="{18E883B5-A0A8-4CF4-BBB9-E51DDEA07A8F}"/>
              </a:ext>
            </a:extLst>
          </p:cNvPr>
          <p:cNvSpPr/>
          <p:nvPr/>
        </p:nvSpPr>
        <p:spPr>
          <a:xfrm>
            <a:off x="2223430" y="2233153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1</a:t>
            </a:r>
            <a:endParaRPr kumimoji="1" lang="ja-JP" altLang="en-US" sz="3200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83AA170A-6042-4537-A7A1-F1650E242028}"/>
              </a:ext>
            </a:extLst>
          </p:cNvPr>
          <p:cNvSpPr/>
          <p:nvPr/>
        </p:nvSpPr>
        <p:spPr>
          <a:xfrm>
            <a:off x="2223431" y="3598194"/>
            <a:ext cx="552118" cy="524229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2</a:t>
            </a:r>
            <a:endParaRPr kumimoji="1" lang="ja-JP" altLang="en-US" sz="3200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76B1153A-0B8F-4AE0-9EDF-6E5F1DE9A3B5}"/>
              </a:ext>
            </a:extLst>
          </p:cNvPr>
          <p:cNvSpPr/>
          <p:nvPr/>
        </p:nvSpPr>
        <p:spPr>
          <a:xfrm>
            <a:off x="4265591" y="479764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1</a:t>
            </a:r>
            <a:endParaRPr kumimoji="1" lang="ja-JP" altLang="en-US" sz="3200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792A668A-9C48-4241-A92B-EEF184CD115F}"/>
              </a:ext>
            </a:extLst>
          </p:cNvPr>
          <p:cNvSpPr/>
          <p:nvPr/>
        </p:nvSpPr>
        <p:spPr>
          <a:xfrm>
            <a:off x="4265591" y="1698964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200" dirty="0"/>
              <a:t>2</a:t>
            </a:r>
            <a:endParaRPr kumimoji="1" lang="ja-JP" altLang="en-US" sz="3200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2FE2023-20B9-40AA-9710-D9AA8B2CFD3C}"/>
              </a:ext>
            </a:extLst>
          </p:cNvPr>
          <p:cNvSpPr/>
          <p:nvPr/>
        </p:nvSpPr>
        <p:spPr>
          <a:xfrm>
            <a:off x="4817709" y="335280"/>
            <a:ext cx="6117772" cy="818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会社に到着したら、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ODO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メータ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入力して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173696A-D72C-4AFE-9F83-AD6E295DE9DA}"/>
              </a:ext>
            </a:extLst>
          </p:cNvPr>
          <p:cNvSpPr/>
          <p:nvPr/>
        </p:nvSpPr>
        <p:spPr>
          <a:xfrm>
            <a:off x="4817709" y="1554480"/>
            <a:ext cx="6117772" cy="8186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帰社を記録 を押して完了です</a:t>
            </a:r>
            <a:endParaRPr kumimoji="1" lang="ja-JP" altLang="en-US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193AEF35-82D4-44EC-9713-DBDBE13EA66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148"/>
          <a:stretch/>
        </p:blipFill>
        <p:spPr>
          <a:xfrm>
            <a:off x="5392411" y="2705100"/>
            <a:ext cx="2009536" cy="355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529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11">
            <a:extLst>
              <a:ext uri="{FF2B5EF4-FFF2-40B4-BE49-F238E27FC236}">
                <a16:creationId xmlns:a16="http://schemas.microsoft.com/office/drawing/2014/main" id="{CF4FAF85-BCB2-47B6-9359-7131553C56DD}"/>
              </a:ext>
            </a:extLst>
          </p:cNvPr>
          <p:cNvSpPr/>
          <p:nvPr/>
        </p:nvSpPr>
        <p:spPr>
          <a:xfrm>
            <a:off x="8991108" y="4903347"/>
            <a:ext cx="1645920" cy="1536179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bIns="288000" rtlCol="0" anchor="b" anchorCtr="0"/>
          <a:lstStyle/>
          <a:p>
            <a:pPr marL="0" indent="0" algn="ctr">
              <a:buNone/>
            </a:pP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 pitchFamily="34" charset="-120"/>
              </a:rPr>
              <a:t>123,456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 pitchFamily="34" charset="-120"/>
              </a:rPr>
              <a:t> 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 pitchFamily="34" charset="-120"/>
              </a:rPr>
              <a:t>Km</a:t>
            </a:r>
          </a:p>
          <a:p>
            <a:pPr marL="0" indent="0" algn="ctr">
              <a:buNone/>
            </a:pP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0" name="Text 11">
            <a:extLst>
              <a:ext uri="{FF2B5EF4-FFF2-40B4-BE49-F238E27FC236}">
                <a16:creationId xmlns:a16="http://schemas.microsoft.com/office/drawing/2014/main" id="{759354C2-A200-4032-8BDA-E24633E7CD87}"/>
              </a:ext>
            </a:extLst>
          </p:cNvPr>
          <p:cNvSpPr/>
          <p:nvPr/>
        </p:nvSpPr>
        <p:spPr>
          <a:xfrm>
            <a:off x="1120913" y="4903347"/>
            <a:ext cx="1645920" cy="1536179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bIns="288000" rtlCol="0" anchor="b" anchorCtr="0"/>
          <a:lstStyle/>
          <a:p>
            <a:pPr marL="0" indent="0" algn="ctr">
              <a:buNone/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 pitchFamily="34" charset="-120"/>
              </a:rPr>
              <a:t>配達先についたら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  <a:cs typeface="メイリオ" pitchFamily="34" charset="-120"/>
            </a:endParaRPr>
          </a:p>
          <a:p>
            <a:pPr marL="0" indent="0" algn="ctr">
              <a:buNone/>
            </a:pP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9" name="Text 11">
            <a:extLst>
              <a:ext uri="{FF2B5EF4-FFF2-40B4-BE49-F238E27FC236}">
                <a16:creationId xmlns:a16="http://schemas.microsoft.com/office/drawing/2014/main" id="{A92D44C4-A058-4011-B0C0-A3483356C95A}"/>
              </a:ext>
            </a:extLst>
          </p:cNvPr>
          <p:cNvSpPr/>
          <p:nvPr/>
        </p:nvSpPr>
        <p:spPr>
          <a:xfrm>
            <a:off x="9417264" y="1082738"/>
            <a:ext cx="1645920" cy="1536179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bIns="288000" rtlCol="0" anchor="b" anchorCtr="0"/>
          <a:lstStyle/>
          <a:p>
            <a:pPr marL="0" indent="0" algn="ctr">
              <a:buNone/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 pitchFamily="34" charset="-120"/>
              </a:rPr>
              <a:t>次の配達先に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  <a:cs typeface="メイリオ" pitchFamily="34" charset="-120"/>
            </a:endParaRPr>
          </a:p>
          <a:p>
            <a:pPr marL="0" indent="0" algn="ctr">
              <a:buNone/>
            </a:pP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8" name="Text 11">
            <a:extLst>
              <a:ext uri="{FF2B5EF4-FFF2-40B4-BE49-F238E27FC236}">
                <a16:creationId xmlns:a16="http://schemas.microsoft.com/office/drawing/2014/main" id="{FF9C5DED-25A8-452F-B3CC-DC2BB3259828}"/>
              </a:ext>
            </a:extLst>
          </p:cNvPr>
          <p:cNvSpPr/>
          <p:nvPr/>
        </p:nvSpPr>
        <p:spPr>
          <a:xfrm>
            <a:off x="6154650" y="1082738"/>
            <a:ext cx="1645920" cy="1536179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bIns="288000" rtlCol="0" anchor="b" anchorCtr="0"/>
          <a:lstStyle/>
          <a:p>
            <a:pPr marL="0" indent="0" algn="ctr">
              <a:buNone/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 pitchFamily="34" charset="-120"/>
              </a:rPr>
              <a:t>配達先についたら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  <a:cs typeface="メイリオ" pitchFamily="34" charset="-120"/>
            </a:endParaRPr>
          </a:p>
          <a:p>
            <a:pPr marL="0" indent="0" algn="ctr">
              <a:buNone/>
            </a:pP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5DBEAE26-9CF7-4919-9991-DB4C66CA1E91}"/>
              </a:ext>
            </a:extLst>
          </p:cNvPr>
          <p:cNvSpPr/>
          <p:nvPr/>
        </p:nvSpPr>
        <p:spPr>
          <a:xfrm>
            <a:off x="2331720" y="1082738"/>
            <a:ext cx="1645920" cy="1536179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bIns="288000" rtlCol="0" anchor="b" anchorCtr="0"/>
          <a:lstStyle/>
          <a:p>
            <a:pPr marL="0" indent="0" algn="ctr">
              <a:buNone/>
            </a:pPr>
            <a:r>
              <a:rPr 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 pitchFamily="34" charset="-120"/>
              </a:rPr>
              <a:t>車輌を選んで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algn="ctr">
              <a:buNone/>
            </a:pP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15BEEF7-D035-4AB2-98D0-E704F4B4FF99}"/>
              </a:ext>
            </a:extLst>
          </p:cNvPr>
          <p:cNvSpPr/>
          <p:nvPr/>
        </p:nvSpPr>
        <p:spPr>
          <a:xfrm>
            <a:off x="411480" y="1082737"/>
            <a:ext cx="1645920" cy="1536179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bIns="288000" rtlCol="0" anchor="b" anchorCtr="0"/>
          <a:lstStyle/>
          <a:p>
            <a:pPr marL="0" indent="0" algn="ctr">
              <a:buNone/>
            </a:pPr>
            <a:r>
              <a:rPr 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メイリオ" pitchFamily="34" charset="-120"/>
              </a:rPr>
              <a:t>計画を選ぶ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BE5C178-BD7E-4A7F-8D21-B04846A52424}"/>
              </a:ext>
            </a:extLst>
          </p:cNvPr>
          <p:cNvSpPr/>
          <p:nvPr/>
        </p:nvSpPr>
        <p:spPr>
          <a:xfrm>
            <a:off x="221502" y="752163"/>
            <a:ext cx="3924613" cy="23461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tIns="72000" rtlCol="0" anchor="t" anchorCtr="0"/>
          <a:lstStyle/>
          <a:p>
            <a:pPr marL="0" indent="0" algn="ctr">
              <a:buNone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オビサン（出発前）</a:t>
            </a:r>
            <a:endParaRPr 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4462A717-6024-416E-B776-FF56BE612567}"/>
              </a:ext>
            </a:extLst>
          </p:cNvPr>
          <p:cNvSpPr/>
          <p:nvPr/>
        </p:nvSpPr>
        <p:spPr>
          <a:xfrm>
            <a:off x="4251960" y="1011747"/>
            <a:ext cx="1589448" cy="3363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/>
          <a:lstStyle/>
          <a:p>
            <a:pPr marL="0" indent="0" algn="ctr">
              <a:buNone/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移動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9B6A135E-5575-48C9-AEC5-F2ACE3857301}"/>
              </a:ext>
            </a:extLst>
          </p:cNvPr>
          <p:cNvSpPr/>
          <p:nvPr/>
        </p:nvSpPr>
        <p:spPr>
          <a:xfrm>
            <a:off x="5950907" y="747048"/>
            <a:ext cx="5363683" cy="23461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tIns="72000" rtlCol="0" anchor="t" anchorCtr="0"/>
          <a:lstStyle/>
          <a:p>
            <a:pPr marL="0" indent="0" algn="ctr">
              <a:buNone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配達先</a:t>
            </a:r>
            <a:endParaRPr 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842A8A36-5B51-42D8-86A8-C8ECE326BF08}"/>
              </a:ext>
            </a:extLst>
          </p:cNvPr>
          <p:cNvSpPr/>
          <p:nvPr/>
        </p:nvSpPr>
        <p:spPr>
          <a:xfrm>
            <a:off x="958380" y="1182357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1</a:t>
            </a:r>
            <a:endParaRPr kumimoji="1" lang="ja-JP" altLang="en-US" sz="3200" dirty="0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B9F6DBF1-EED0-43AB-9939-2F723F3ABC78}"/>
              </a:ext>
            </a:extLst>
          </p:cNvPr>
          <p:cNvSpPr/>
          <p:nvPr/>
        </p:nvSpPr>
        <p:spPr>
          <a:xfrm>
            <a:off x="2878620" y="1182357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200" dirty="0"/>
              <a:t>2</a:t>
            </a:r>
            <a:endParaRPr kumimoji="1" lang="ja-JP" altLang="en-US" sz="3200" dirty="0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1FB915E4-4EE9-4775-B1B0-670248647B2E}"/>
              </a:ext>
            </a:extLst>
          </p:cNvPr>
          <p:cNvSpPr/>
          <p:nvPr/>
        </p:nvSpPr>
        <p:spPr>
          <a:xfrm>
            <a:off x="6657148" y="1182357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200" dirty="0"/>
              <a:t>3</a:t>
            </a:r>
            <a:endParaRPr kumimoji="1" lang="ja-JP" altLang="en-US" sz="3200" dirty="0"/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0035B66C-3BA1-41A8-B9B5-131D800C98F6}"/>
              </a:ext>
            </a:extLst>
          </p:cNvPr>
          <p:cNvSpPr/>
          <p:nvPr/>
        </p:nvSpPr>
        <p:spPr>
          <a:xfrm>
            <a:off x="9928087" y="1204985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4</a:t>
            </a:r>
            <a:endParaRPr kumimoji="1" lang="ja-JP" altLang="en-US" sz="320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695F35F8-DF09-4F46-AF8D-1621E387A024}"/>
              </a:ext>
            </a:extLst>
          </p:cNvPr>
          <p:cNvSpPr/>
          <p:nvPr/>
        </p:nvSpPr>
        <p:spPr>
          <a:xfrm>
            <a:off x="916313" y="4345723"/>
            <a:ext cx="5193935" cy="22844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tIns="72000" rtlCol="0" anchor="t" anchorCtr="0"/>
          <a:lstStyle/>
          <a:p>
            <a:pPr marL="0" indent="0" algn="ctr">
              <a:buNone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最後の配達先</a:t>
            </a:r>
            <a:endParaRPr 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F51E0C71-46E3-4D31-BEFB-974CA703264E}"/>
              </a:ext>
            </a:extLst>
          </p:cNvPr>
          <p:cNvCxnSpPr>
            <a:cxnSpLocks/>
            <a:stCxn id="79" idx="2"/>
            <a:endCxn id="80" idx="0"/>
          </p:cNvCxnSpPr>
          <p:nvPr/>
        </p:nvCxnSpPr>
        <p:spPr>
          <a:xfrm rot="5400000">
            <a:off x="4949834" y="-387043"/>
            <a:ext cx="2284430" cy="8296351"/>
          </a:xfrm>
          <a:prstGeom prst="bentConnector3">
            <a:avLst>
              <a:gd name="adj1" fmla="val 39119"/>
            </a:avLst>
          </a:prstGeom>
          <a:ln w="76200">
            <a:solidFill>
              <a:schemeClr val="accent2">
                <a:lumMod val="75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図 41">
            <a:extLst>
              <a:ext uri="{FF2B5EF4-FFF2-40B4-BE49-F238E27FC236}">
                <a16:creationId xmlns:a16="http://schemas.microsoft.com/office/drawing/2014/main" id="{5B78C73A-7C6E-4E05-8E7E-56800EDBA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002" y="1803837"/>
            <a:ext cx="812957" cy="582673"/>
          </a:xfrm>
          <a:prstGeom prst="rect">
            <a:avLst/>
          </a:prstGeom>
        </p:spPr>
      </p:pic>
      <p:sp>
        <p:nvSpPr>
          <p:cNvPr id="44" name="Text 11">
            <a:extLst>
              <a:ext uri="{FF2B5EF4-FFF2-40B4-BE49-F238E27FC236}">
                <a16:creationId xmlns:a16="http://schemas.microsoft.com/office/drawing/2014/main" id="{65F5EE46-3247-4455-BE68-1C710241956B}"/>
              </a:ext>
            </a:extLst>
          </p:cNvPr>
          <p:cNvSpPr/>
          <p:nvPr/>
        </p:nvSpPr>
        <p:spPr>
          <a:xfrm>
            <a:off x="7718756" y="1447176"/>
            <a:ext cx="1589448" cy="3363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/>
          <a:lstStyle/>
          <a:p>
            <a:pPr marL="0" indent="0" algn="ctr">
              <a:buNone/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荷下ろし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BC387894-AB30-48CF-A4C2-8FD2DE86ABEC}"/>
              </a:ext>
            </a:extLst>
          </p:cNvPr>
          <p:cNvSpPr/>
          <p:nvPr/>
        </p:nvSpPr>
        <p:spPr>
          <a:xfrm>
            <a:off x="2660710" y="2232941"/>
            <a:ext cx="987937" cy="305396"/>
          </a:xfrm>
          <a:prstGeom prst="roundRect">
            <a:avLst>
              <a:gd name="adj" fmla="val 5444"/>
            </a:avLst>
          </a:prstGeom>
          <a:solidFill>
            <a:srgbClr val="0000FF"/>
          </a:solidFill>
          <a:ln>
            <a:noFill/>
          </a:ln>
        </p:spPr>
        <p:txBody>
          <a:bodyPr wrap="square" lIns="0" tIns="0" rIns="0" bIns="0" rtlCol="0" anchor="ctr" anchorCtr="0"/>
          <a:lstStyle/>
          <a:p>
            <a:pPr marL="0" indent="0" algn="ctr">
              <a:buNone/>
            </a:pPr>
            <a:r>
              <a:rPr lang="ja-JP" altLang="en-US" sz="12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出発</a:t>
            </a:r>
            <a:endParaRPr lang="en-US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7" name="図 46">
            <a:extLst>
              <a:ext uri="{FF2B5EF4-FFF2-40B4-BE49-F238E27FC236}">
                <a16:creationId xmlns:a16="http://schemas.microsoft.com/office/drawing/2014/main" id="{44F2543E-B103-40A6-8027-A7A2223162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52794">
            <a:off x="3385688" y="2326775"/>
            <a:ext cx="428849" cy="503705"/>
          </a:xfrm>
          <a:prstGeom prst="rect">
            <a:avLst/>
          </a:prstGeom>
        </p:spPr>
      </p:pic>
      <p:sp>
        <p:nvSpPr>
          <p:cNvPr id="48" name="Text 11">
            <a:extLst>
              <a:ext uri="{FF2B5EF4-FFF2-40B4-BE49-F238E27FC236}">
                <a16:creationId xmlns:a16="http://schemas.microsoft.com/office/drawing/2014/main" id="{19F6E250-C8B9-4C49-8F00-AF34604D417A}"/>
              </a:ext>
            </a:extLst>
          </p:cNvPr>
          <p:cNvSpPr/>
          <p:nvPr/>
        </p:nvSpPr>
        <p:spPr>
          <a:xfrm>
            <a:off x="6436302" y="2226808"/>
            <a:ext cx="987937" cy="305396"/>
          </a:xfrm>
          <a:prstGeom prst="roundRect">
            <a:avLst>
              <a:gd name="adj" fmla="val 5444"/>
            </a:avLst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rtlCol="0" anchor="ctr" anchorCtr="0"/>
          <a:lstStyle/>
          <a:p>
            <a:pPr marL="0" indent="0" algn="ctr">
              <a:buNone/>
            </a:pPr>
            <a:r>
              <a:rPr lang="ja-JP" altLang="en-US" sz="12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到着</a:t>
            </a:r>
            <a:endParaRPr lang="en-US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9" name="図 48">
            <a:extLst>
              <a:ext uri="{FF2B5EF4-FFF2-40B4-BE49-F238E27FC236}">
                <a16:creationId xmlns:a16="http://schemas.microsoft.com/office/drawing/2014/main" id="{75C706C5-EE87-414E-B3F3-56761BEE1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52794">
            <a:off x="7208765" y="2336980"/>
            <a:ext cx="428849" cy="503705"/>
          </a:xfrm>
          <a:prstGeom prst="rect">
            <a:avLst/>
          </a:prstGeom>
        </p:spPr>
      </p:pic>
      <p:sp>
        <p:nvSpPr>
          <p:cNvPr id="50" name="Text 11">
            <a:extLst>
              <a:ext uri="{FF2B5EF4-FFF2-40B4-BE49-F238E27FC236}">
                <a16:creationId xmlns:a16="http://schemas.microsoft.com/office/drawing/2014/main" id="{13C76009-D429-4392-920E-9D1C95F3573F}"/>
              </a:ext>
            </a:extLst>
          </p:cNvPr>
          <p:cNvSpPr/>
          <p:nvPr/>
        </p:nvSpPr>
        <p:spPr>
          <a:xfrm>
            <a:off x="9697626" y="2232942"/>
            <a:ext cx="987937" cy="305396"/>
          </a:xfrm>
          <a:prstGeom prst="roundRect">
            <a:avLst>
              <a:gd name="adj" fmla="val 5444"/>
            </a:avLst>
          </a:prstGeom>
          <a:solidFill>
            <a:srgbClr val="0000FF"/>
          </a:solidFill>
          <a:ln>
            <a:noFill/>
          </a:ln>
        </p:spPr>
        <p:txBody>
          <a:bodyPr wrap="square" lIns="0" tIns="0" rIns="0" bIns="0" rtlCol="0" anchor="ctr" anchorCtr="0"/>
          <a:lstStyle/>
          <a:p>
            <a:pPr marL="0" indent="0" algn="ctr">
              <a:buNone/>
            </a:pPr>
            <a:r>
              <a:rPr lang="ja-JP" altLang="en-US" sz="12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出発</a:t>
            </a:r>
            <a:endParaRPr lang="en-US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4AC18460-6404-400B-A313-EEE5552688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52794">
            <a:off x="10422604" y="2326776"/>
            <a:ext cx="428849" cy="503705"/>
          </a:xfrm>
          <a:prstGeom prst="rect">
            <a:avLst/>
          </a:prstGeom>
        </p:spPr>
      </p:pic>
      <p:pic>
        <p:nvPicPr>
          <p:cNvPr id="52" name="図 51">
            <a:extLst>
              <a:ext uri="{FF2B5EF4-FFF2-40B4-BE49-F238E27FC236}">
                <a16:creationId xmlns:a16="http://schemas.microsoft.com/office/drawing/2014/main" id="{AC65FDF2-A73D-4DE1-9CEC-694D81EB90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248" y="2859435"/>
            <a:ext cx="1359440" cy="1359440"/>
          </a:xfrm>
          <a:prstGeom prst="rect">
            <a:avLst/>
          </a:prstGeom>
        </p:spPr>
      </p:pic>
      <p:sp>
        <p:nvSpPr>
          <p:cNvPr id="54" name="楕円 53">
            <a:extLst>
              <a:ext uri="{FF2B5EF4-FFF2-40B4-BE49-F238E27FC236}">
                <a16:creationId xmlns:a16="http://schemas.microsoft.com/office/drawing/2014/main" id="{8CA2ECED-50B5-4A2F-A7E7-6356B117D207}"/>
              </a:ext>
            </a:extLst>
          </p:cNvPr>
          <p:cNvSpPr/>
          <p:nvPr/>
        </p:nvSpPr>
        <p:spPr>
          <a:xfrm>
            <a:off x="1651622" y="5005739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5</a:t>
            </a:r>
            <a:endParaRPr kumimoji="1" lang="ja-JP" altLang="en-US" sz="3200" dirty="0"/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8BABDEB2-789D-4649-BE0D-1E3E199D308B}"/>
              </a:ext>
            </a:extLst>
          </p:cNvPr>
          <p:cNvSpPr/>
          <p:nvPr/>
        </p:nvSpPr>
        <p:spPr>
          <a:xfrm>
            <a:off x="1400552" y="6034146"/>
            <a:ext cx="987937" cy="305396"/>
          </a:xfrm>
          <a:prstGeom prst="roundRect">
            <a:avLst>
              <a:gd name="adj" fmla="val 5444"/>
            </a:avLst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rtlCol="0" anchor="ctr" anchorCtr="0"/>
          <a:lstStyle/>
          <a:p>
            <a:pPr marL="0" indent="0" algn="ctr">
              <a:buNone/>
            </a:pPr>
            <a:r>
              <a:rPr lang="ja-JP" altLang="en-US" sz="12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到着</a:t>
            </a:r>
            <a:endParaRPr lang="en-US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5BBBCDFA-6C40-44E4-9016-C2738B65B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52794">
            <a:off x="2173015" y="6144318"/>
            <a:ext cx="428849" cy="503705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0A0987D2-509A-48E8-9518-DD18CBCD5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256" y="5577815"/>
            <a:ext cx="812957" cy="582673"/>
          </a:xfrm>
          <a:prstGeom prst="rect">
            <a:avLst/>
          </a:prstGeom>
        </p:spPr>
      </p:pic>
      <p:sp>
        <p:nvSpPr>
          <p:cNvPr id="59" name="Text 11">
            <a:extLst>
              <a:ext uri="{FF2B5EF4-FFF2-40B4-BE49-F238E27FC236}">
                <a16:creationId xmlns:a16="http://schemas.microsoft.com/office/drawing/2014/main" id="{37831952-888A-4370-9D2F-4A15DC90B0B6}"/>
              </a:ext>
            </a:extLst>
          </p:cNvPr>
          <p:cNvSpPr/>
          <p:nvPr/>
        </p:nvSpPr>
        <p:spPr>
          <a:xfrm>
            <a:off x="2707010" y="5221154"/>
            <a:ext cx="1589448" cy="3363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/>
          <a:lstStyle/>
          <a:p>
            <a:pPr marL="0" indent="0" algn="ctr">
              <a:buNone/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荷下ろし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3B2699C1-C681-4F80-B8BD-3CBA6B35548E}"/>
              </a:ext>
            </a:extLst>
          </p:cNvPr>
          <p:cNvSpPr/>
          <p:nvPr/>
        </p:nvSpPr>
        <p:spPr>
          <a:xfrm>
            <a:off x="4298677" y="4906120"/>
            <a:ext cx="1645920" cy="1536179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bIns="108000" rtlCol="0" anchor="b" anchorCtr="0"/>
          <a:lstStyle/>
          <a:p>
            <a:pPr marL="0" indent="0" algn="ctr">
              <a:buNone/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ボタンが「帰社」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algn="ctr">
              <a:buNone/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になる</a:t>
            </a:r>
            <a:endParaRPr lang="en-US" altLang="ja-JP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algn="ctr">
              <a:buNone/>
            </a:pP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indent="0" algn="ctr">
              <a:buNone/>
            </a:pP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3FF47D83-98EA-4F8E-B6E8-B3D27F505447}"/>
              </a:ext>
            </a:extLst>
          </p:cNvPr>
          <p:cNvSpPr/>
          <p:nvPr/>
        </p:nvSpPr>
        <p:spPr>
          <a:xfrm>
            <a:off x="4845577" y="5005739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200" dirty="0"/>
              <a:t>6</a:t>
            </a:r>
            <a:endParaRPr kumimoji="1" lang="ja-JP" altLang="en-US" sz="3200" dirty="0"/>
          </a:p>
        </p:txBody>
      </p:sp>
      <p:sp>
        <p:nvSpPr>
          <p:cNvPr id="70" name="Text 11">
            <a:extLst>
              <a:ext uri="{FF2B5EF4-FFF2-40B4-BE49-F238E27FC236}">
                <a16:creationId xmlns:a16="http://schemas.microsoft.com/office/drawing/2014/main" id="{6359AC4A-79C3-4348-A45B-D9955EF0947D}"/>
              </a:ext>
            </a:extLst>
          </p:cNvPr>
          <p:cNvSpPr/>
          <p:nvPr/>
        </p:nvSpPr>
        <p:spPr>
          <a:xfrm>
            <a:off x="4627667" y="5959851"/>
            <a:ext cx="987937" cy="305396"/>
          </a:xfrm>
          <a:prstGeom prst="roundRect">
            <a:avLst>
              <a:gd name="adj" fmla="val 5444"/>
            </a:avLst>
          </a:prstGeom>
          <a:solidFill>
            <a:srgbClr val="00B050"/>
          </a:solidFill>
          <a:ln>
            <a:noFill/>
          </a:ln>
        </p:spPr>
        <p:txBody>
          <a:bodyPr wrap="square" lIns="0" tIns="0" rIns="0" bIns="0" rtlCol="0" anchor="ctr" anchorCtr="0"/>
          <a:lstStyle/>
          <a:p>
            <a:pPr marL="0" indent="0" algn="ctr">
              <a:buNone/>
            </a:pPr>
            <a:r>
              <a:rPr lang="ja-JP" altLang="en-US" sz="12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帰社</a:t>
            </a:r>
            <a:endParaRPr lang="en-US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71" name="図 70">
            <a:extLst>
              <a:ext uri="{FF2B5EF4-FFF2-40B4-BE49-F238E27FC236}">
                <a16:creationId xmlns:a16="http://schemas.microsoft.com/office/drawing/2014/main" id="{2D5118AA-B173-49F4-A1B9-5809446F4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52794">
            <a:off x="5400130" y="6070023"/>
            <a:ext cx="428849" cy="503705"/>
          </a:xfrm>
          <a:prstGeom prst="rect">
            <a:avLst/>
          </a:prstGeom>
        </p:spPr>
      </p:pic>
      <p:sp>
        <p:nvSpPr>
          <p:cNvPr id="77" name="Text 11">
            <a:extLst>
              <a:ext uri="{FF2B5EF4-FFF2-40B4-BE49-F238E27FC236}">
                <a16:creationId xmlns:a16="http://schemas.microsoft.com/office/drawing/2014/main" id="{A84519ED-03FC-4350-9BB4-D844F0829FDF}"/>
              </a:ext>
            </a:extLst>
          </p:cNvPr>
          <p:cNvSpPr/>
          <p:nvPr/>
        </p:nvSpPr>
        <p:spPr>
          <a:xfrm>
            <a:off x="5995244" y="3852989"/>
            <a:ext cx="1589448" cy="3363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/>
          <a:lstStyle/>
          <a:p>
            <a:pPr marL="0" indent="0" algn="ctr">
              <a:buNone/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移動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1" name="Text 11">
            <a:extLst>
              <a:ext uri="{FF2B5EF4-FFF2-40B4-BE49-F238E27FC236}">
                <a16:creationId xmlns:a16="http://schemas.microsoft.com/office/drawing/2014/main" id="{B767ECA4-5FEB-437D-AC0B-9804AB7334F4}"/>
              </a:ext>
            </a:extLst>
          </p:cNvPr>
          <p:cNvSpPr/>
          <p:nvPr/>
        </p:nvSpPr>
        <p:spPr>
          <a:xfrm>
            <a:off x="7800570" y="4345723"/>
            <a:ext cx="3924613" cy="22844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tIns="72000" rtlCol="0" anchor="t" anchorCtr="0"/>
          <a:lstStyle/>
          <a:p>
            <a:pPr marL="0" indent="0" algn="ctr">
              <a:buNone/>
            </a:pP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オビサン（帰社後）</a:t>
            </a:r>
            <a:endParaRPr 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3" name="Text 11">
            <a:extLst>
              <a:ext uri="{FF2B5EF4-FFF2-40B4-BE49-F238E27FC236}">
                <a16:creationId xmlns:a16="http://schemas.microsoft.com/office/drawing/2014/main" id="{BDF70488-9E64-49DE-A774-986760723D3C}"/>
              </a:ext>
            </a:extLst>
          </p:cNvPr>
          <p:cNvSpPr/>
          <p:nvPr/>
        </p:nvSpPr>
        <p:spPr>
          <a:xfrm>
            <a:off x="6081071" y="4772725"/>
            <a:ext cx="1589448" cy="33637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/>
          <a:lstStyle/>
          <a:p>
            <a:pPr marL="0" indent="0" algn="ctr">
              <a:buNone/>
            </a:pP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移動</a:t>
            </a:r>
            <a:endParaRPr lang="en-US" sz="12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5" name="楕円 84">
            <a:extLst>
              <a:ext uri="{FF2B5EF4-FFF2-40B4-BE49-F238E27FC236}">
                <a16:creationId xmlns:a16="http://schemas.microsoft.com/office/drawing/2014/main" id="{7C722EB5-F25E-4B15-8036-1B50DB4CC84E}"/>
              </a:ext>
            </a:extLst>
          </p:cNvPr>
          <p:cNvSpPr/>
          <p:nvPr/>
        </p:nvSpPr>
        <p:spPr>
          <a:xfrm>
            <a:off x="9484990" y="5005739"/>
            <a:ext cx="552119" cy="52963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3200" dirty="0"/>
              <a:t>7</a:t>
            </a:r>
            <a:endParaRPr kumimoji="1" lang="ja-JP" altLang="en-US" sz="3200" dirty="0"/>
          </a:p>
        </p:txBody>
      </p:sp>
      <p:sp>
        <p:nvSpPr>
          <p:cNvPr id="86" name="Text 11">
            <a:extLst>
              <a:ext uri="{FF2B5EF4-FFF2-40B4-BE49-F238E27FC236}">
                <a16:creationId xmlns:a16="http://schemas.microsoft.com/office/drawing/2014/main" id="{17CEBC6F-EE81-4B75-81A3-056F9470244F}"/>
              </a:ext>
            </a:extLst>
          </p:cNvPr>
          <p:cNvSpPr/>
          <p:nvPr/>
        </p:nvSpPr>
        <p:spPr>
          <a:xfrm>
            <a:off x="9271239" y="6034146"/>
            <a:ext cx="987937" cy="305396"/>
          </a:xfrm>
          <a:prstGeom prst="roundRect">
            <a:avLst>
              <a:gd name="adj" fmla="val 5444"/>
            </a:avLst>
          </a:prstGeom>
          <a:solidFill>
            <a:srgbClr val="00B050"/>
          </a:solidFill>
          <a:ln>
            <a:noFill/>
          </a:ln>
        </p:spPr>
        <p:txBody>
          <a:bodyPr wrap="square" lIns="0" tIns="0" rIns="0" bIns="0" rtlCol="0" anchor="ctr" anchorCtr="0"/>
          <a:lstStyle/>
          <a:p>
            <a:pPr marL="0" indent="0" algn="ctr">
              <a:buNone/>
            </a:pPr>
            <a:r>
              <a:rPr lang="ja-JP" altLang="en-US" sz="12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帰社を記録</a:t>
            </a:r>
            <a:endParaRPr lang="en-US" sz="12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7" name="図 86">
            <a:extLst>
              <a:ext uri="{FF2B5EF4-FFF2-40B4-BE49-F238E27FC236}">
                <a16:creationId xmlns:a16="http://schemas.microsoft.com/office/drawing/2014/main" id="{51065D27-D2D2-47A7-A262-6027F2D76D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52794">
            <a:off x="10043702" y="6144318"/>
            <a:ext cx="428849" cy="503705"/>
          </a:xfrm>
          <a:prstGeom prst="rect">
            <a:avLst/>
          </a:prstGeom>
        </p:spPr>
      </p:pic>
      <p:cxnSp>
        <p:nvCxnSpPr>
          <p:cNvPr id="96" name="直線矢印コネクタ 95">
            <a:extLst>
              <a:ext uri="{FF2B5EF4-FFF2-40B4-BE49-F238E27FC236}">
                <a16:creationId xmlns:a16="http://schemas.microsoft.com/office/drawing/2014/main" id="{5F2DFF70-5A41-425C-BE49-0A4D38D0941F}"/>
              </a:ext>
            </a:extLst>
          </p:cNvPr>
          <p:cNvCxnSpPr>
            <a:cxnSpLocks/>
            <a:stCxn id="13" idx="3"/>
            <a:endCxn id="19" idx="1"/>
          </p:cNvCxnSpPr>
          <p:nvPr/>
        </p:nvCxnSpPr>
        <p:spPr>
          <a:xfrm flipV="1">
            <a:off x="4146115" y="1920122"/>
            <a:ext cx="1804792" cy="5115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5" name="図 14">
            <a:extLst>
              <a:ext uri="{FF2B5EF4-FFF2-40B4-BE49-F238E27FC236}">
                <a16:creationId xmlns:a16="http://schemas.microsoft.com/office/drawing/2014/main" id="{AE707A39-9046-4371-863C-ADDAC62272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584285" y="1358808"/>
            <a:ext cx="991093" cy="991093"/>
          </a:xfrm>
          <a:prstGeom prst="rect">
            <a:avLst/>
          </a:prstGeom>
        </p:spPr>
      </p:pic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29EFBF1B-3DF9-49BF-8782-E0977D3E681C}"/>
              </a:ext>
            </a:extLst>
          </p:cNvPr>
          <p:cNvCxnSpPr>
            <a:cxnSpLocks/>
            <a:stCxn id="33" idx="3"/>
            <a:endCxn id="81" idx="1"/>
          </p:cNvCxnSpPr>
          <p:nvPr/>
        </p:nvCxnSpPr>
        <p:spPr>
          <a:xfrm>
            <a:off x="6110248" y="5487939"/>
            <a:ext cx="1690322" cy="0"/>
          </a:xfrm>
          <a:prstGeom prst="straightConnector1">
            <a:avLst/>
          </a:prstGeom>
          <a:ln w="76200">
            <a:solidFill>
              <a:schemeClr val="accent2">
                <a:lumMod val="75000"/>
              </a:schemeClr>
            </a:solidFill>
            <a:prstDash val="sysDot"/>
            <a:headEnd type="none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82" name="図 81">
            <a:extLst>
              <a:ext uri="{FF2B5EF4-FFF2-40B4-BE49-F238E27FC236}">
                <a16:creationId xmlns:a16="http://schemas.microsoft.com/office/drawing/2014/main" id="{28D394C1-3DE1-4CC6-8399-62AC01A1D7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413396" y="5087664"/>
            <a:ext cx="991093" cy="991093"/>
          </a:xfrm>
          <a:prstGeom prst="rect">
            <a:avLst/>
          </a:prstGeom>
        </p:spPr>
      </p:pic>
      <p:sp>
        <p:nvSpPr>
          <p:cNvPr id="46" name="Text 11">
            <a:extLst>
              <a:ext uri="{FF2B5EF4-FFF2-40B4-BE49-F238E27FC236}">
                <a16:creationId xmlns:a16="http://schemas.microsoft.com/office/drawing/2014/main" id="{422E516A-1A72-435E-B049-5AC1FBFE3E01}"/>
              </a:ext>
            </a:extLst>
          </p:cNvPr>
          <p:cNvSpPr/>
          <p:nvPr/>
        </p:nvSpPr>
        <p:spPr>
          <a:xfrm>
            <a:off x="8997803" y="5577815"/>
            <a:ext cx="718451" cy="21532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/>
          <a:lstStyle/>
          <a:p>
            <a:pPr marL="0" indent="0" algn="ctr">
              <a:buNone/>
            </a:pPr>
            <a:r>
              <a:rPr lang="en-US" altLang="ja-JP" sz="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ODO</a:t>
            </a:r>
            <a:endParaRPr lang="en-US" sz="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6685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1457</TotalTime>
  <Words>219</Words>
  <Application>Microsoft Office PowerPoint</Application>
  <PresentationFormat>ワイド画面</PresentationFormat>
  <Paragraphs>71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BIZ UDPゴシック</vt:lpstr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User3292</dc:creator>
  <cp:lastModifiedBy>User3292</cp:lastModifiedBy>
  <cp:revision>16</cp:revision>
  <dcterms:created xsi:type="dcterms:W3CDTF">2026-04-22T06:42:16Z</dcterms:created>
  <dcterms:modified xsi:type="dcterms:W3CDTF">2026-04-30T05:55:03Z</dcterms:modified>
</cp:coreProperties>
</file>