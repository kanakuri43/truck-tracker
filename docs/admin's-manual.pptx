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9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30FDA7-0031-479A-B0AE-61DAA75CE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CA8AF3F-A023-4E20-B087-74C136776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A3C9F4-1070-4E91-A969-3D5DF10D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05602A-182E-4A1C-BAD2-B3CB007F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DC9515-4390-400F-9144-CE44371A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049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99C4B6-A6E9-4DD0-BBE5-3000C5B5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F68D58-5130-4912-906A-B638A77C9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14266F-76E6-4265-8C8D-33E6794B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96EAB0-78B5-4D34-A81B-DD610BFB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568A9F-E2AA-4425-BF25-DCB79105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19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FEE7F6-3225-4B48-8B55-D702291D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3C50F1-D2F7-4A06-915C-9157C899B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9B36CE-6B1D-4B17-AFB0-4F88CAC6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88199D-1E8A-49A2-B223-F8F3F74B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5F7E61-3514-47CD-A415-19D787B6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50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55745E-39AF-4D78-9606-FE84D2A2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CD082-1774-4D62-936F-1CB3F543D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2DACBA-D754-4A99-9615-15D148E9E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4A9C8D-2564-47BE-A3BE-D8EA4CA5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51D3D1-C52D-4A7B-8956-E2EA4030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AC26CD-EF11-4575-B131-80C9F142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02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F6684-B977-488B-83F2-A49055665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80253C-5C97-45A6-90E4-EA40AC63A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CF73EB-22C8-40E1-9076-F1D1122A9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8FC981D-D11D-4BEB-87B3-7D69303C9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10939E-84A0-4EFE-A65B-C5CA671EA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942BCB-FBA9-43B1-9B08-82E2C586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AD5727-51B4-49D7-A834-688CB8DBB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D6FF0EA-FD4F-430E-90F7-BB9551B2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30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1F9B0-095A-45E7-9B74-0D30F317C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34E26E-D80F-4995-84DD-720F3192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B033BD-2084-4811-8406-13DF7627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2F2F8B-4C6C-42E2-B527-39AA8178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44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A40BDD-648C-47FD-988B-EB131A37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FAEA4D-937C-46B2-9B3C-7CB794123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704EDA-3738-482A-941E-2783F681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1BA3A2-74CF-4425-8364-7E6DC56E9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BB26FF-79F6-4957-B82B-04C47867A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98AEB7-EB82-4881-8E33-E48499326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758ABC-9107-4A1E-B193-C1447219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FB1193-5B3C-41F0-807F-D2134929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D90B5B-0763-4744-A2C8-A2160183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9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55B1F-3CBC-4948-B5CC-99A5B854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4E73E1-7174-49D5-99F2-1F75F7923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6CB4DC-BCDB-4DDF-95EF-3E8667832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F429FD-6171-40C3-B633-B907B859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CA09B1-5D71-4F0C-83E6-2C66A7BC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3C3382-23DE-47D5-8FB0-7C814530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35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4A2293-131B-4EE5-B27C-554A7B6F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E60887-9D9A-491F-A935-05BA1D556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C9D79A-6C3E-45F7-9A0F-6FEFC833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19D01D-B53D-4DB0-B808-22533E01B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FD0E43-F3DF-4064-954B-FDD14880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20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9407EC7-A171-46BB-95C3-93779D98A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AB1913-6B71-4523-8767-7996FE8BE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33507A-E1F2-424A-8CA4-66D1B3C3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C32230-C3D3-4CED-8411-DCC787E3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D58CE8-DDCB-4C48-8348-19716E7D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43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F14A57-E7EE-4663-8BD7-665AC585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7690E1-B412-46BD-8B19-52A85C754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F50D5E-6F9A-4AC3-81D4-4F3D1DCC4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88ABB-632E-499C-88BE-10901688FFD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386850-FC8B-4D2E-961A-F46918A91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89DCAF-B2FE-4D07-8986-424D96A4E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81209-35D5-4115-9FBD-AFE2D64DD7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92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DECF962-1353-43D7-BDE4-5DC00047F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3425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C7D78E5-C6F4-49E9-A091-D54AD4A20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3425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6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E19CB68-9629-48ED-B578-2CE4D03E96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2"/>
          <a:stretch/>
        </p:blipFill>
        <p:spPr>
          <a:xfrm>
            <a:off x="0" y="0"/>
            <a:ext cx="1202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0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1BDA59-D2A2-4B32-B303-97B2DB783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3425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9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User3292</dc:creator>
  <cp:lastModifiedBy>User3292</cp:lastModifiedBy>
  <cp:revision>2</cp:revision>
  <dcterms:created xsi:type="dcterms:W3CDTF">2026-03-27T01:21:34Z</dcterms:created>
  <dcterms:modified xsi:type="dcterms:W3CDTF">2026-03-27T01:54:49Z</dcterms:modified>
</cp:coreProperties>
</file>