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62E4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 Truck Tracker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27432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6E8F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管理者向け 操作マニュアル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管理画面（PC・タブレット）の使い方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5303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899B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配送計画の登録・車両監視・データ管理ができます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管理画面の構成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PCまたはタブレットから操作します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874520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1640" y="1874520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9144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メニューの一覧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0" y="141732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14813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66760" y="17739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今日の配送状況をリアルタイム確認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29600" y="219456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66760" y="22585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66760" y="255117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ドライバー用の配送計画を登録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229600" y="297180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303580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66760" y="332841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記録の修正（準備中）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229600" y="374904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66760" y="38130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66760" y="41056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月次グラフ・走行距離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229600" y="452628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66760" y="45902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CSVダウンロード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66760" y="488289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配送データをExcelで取り出す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229600" y="530352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66760" y="536752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🗂️ マスタ管理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66760" y="56601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支店・車輌・配達先・コースの設定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Dashboard ｜ 今日の配送状況を確認する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車両の稼働状況がリアルタイムで更新されます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874520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1640" y="1874520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Dashboard  ●ライブ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21305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2026年4月17日（木）  本日の配送状況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20240" y="2450592"/>
            <a:ext cx="1950720" cy="96012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/>
        </p:spPr>
      </p:sp>
      <p:sp>
        <p:nvSpPr>
          <p:cNvPr id="26" name="Text 24"/>
          <p:cNvSpPr/>
          <p:nvPr/>
        </p:nvSpPr>
        <p:spPr>
          <a:xfrm>
            <a:off x="1965960" y="2496312"/>
            <a:ext cx="185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出庫前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965960" y="2706624"/>
            <a:ext cx="185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6D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2台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962400" y="2450592"/>
            <a:ext cx="1950720" cy="960120"/>
          </a:xfrm>
          <a:prstGeom prst="roundRect">
            <a:avLst>
              <a:gd name="adj" fmla="val 6667"/>
            </a:avLst>
          </a:prstGeom>
          <a:solidFill>
            <a:srgbClr val="FEF3C7"/>
          </a:solidFill>
          <a:ln/>
        </p:spPr>
      </p:sp>
      <p:sp>
        <p:nvSpPr>
          <p:cNvPr id="29" name="Text 27"/>
          <p:cNvSpPr/>
          <p:nvPr/>
        </p:nvSpPr>
        <p:spPr>
          <a:xfrm>
            <a:off x="4008120" y="2496312"/>
            <a:ext cx="185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稼働中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008120" y="2706624"/>
            <a:ext cx="185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3台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004560" y="2450592"/>
            <a:ext cx="1950720" cy="96012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/>
        </p:spPr>
      </p:sp>
      <p:sp>
        <p:nvSpPr>
          <p:cNvPr id="32" name="Text 30"/>
          <p:cNvSpPr/>
          <p:nvPr/>
        </p:nvSpPr>
        <p:spPr>
          <a:xfrm>
            <a:off x="6050280" y="2496312"/>
            <a:ext cx="185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帰社済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50280" y="2706624"/>
            <a:ext cx="185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1台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1920240" y="3547872"/>
            <a:ext cx="60350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057400" y="363931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車輌別ステータス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057400" y="3959352"/>
            <a:ext cx="576072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1号車  市内1  稼働中  現在地: ○○商店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2号車  郊外2  稼働中  現在地: △△工業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3号車  市内2  出庫前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4号車  —     帰社済  14:35帰社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97680" y="210312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0" y="213969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297680" y="342900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0" name="Text 38"/>
          <p:cNvSpPr/>
          <p:nvPr/>
        </p:nvSpPr>
        <p:spPr>
          <a:xfrm>
            <a:off x="4297680" y="346557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画面の見方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321040" y="14173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3" name="Text 41"/>
          <p:cNvSpPr/>
          <p:nvPr/>
        </p:nvSpPr>
        <p:spPr>
          <a:xfrm>
            <a:off x="8321040" y="14538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23960" y="1444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サマリーカード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823960" y="18013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「出庫前」「稼働中」「帰社済」の台数がひと目でわかります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21040" y="246888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7" name="Text 45"/>
          <p:cNvSpPr/>
          <p:nvPr/>
        </p:nvSpPr>
        <p:spPr>
          <a:xfrm>
            <a:off x="8321040" y="250545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23960" y="249631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車輌別ステータス表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823960" y="285292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各車輌が今どこにいるか、何をしているかが確認できます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21040" y="352044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1" name="Text 49"/>
          <p:cNvSpPr/>
          <p:nvPr/>
        </p:nvSpPr>
        <p:spPr>
          <a:xfrm>
            <a:off x="8321040" y="355701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823960" y="354787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自動更新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23960" y="390448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ドライバーが操作するたびに自動で画面が更新されます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4800600"/>
            <a:ext cx="3566160" cy="685800"/>
          </a:xfrm>
          <a:prstGeom prst="rect">
            <a:avLst/>
          </a:prstGeom>
          <a:solidFill>
            <a:srgbClr val="E8F8E8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48737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【ポイント】 更新されない場合は「更新」ボタンを押してください。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配送計画 ｜ 計画を作成する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ドライバーが出発する前日までに登録しておきます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50008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1640" y="2350008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配送計画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20848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日付・コースを選択して計画を事前登録します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20240" y="2404872"/>
            <a:ext cx="6035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057400" y="249631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計画を作成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03120" y="281635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28712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0" y="2816352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287121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コース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920240" y="3867912"/>
            <a:ext cx="3017520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9136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届け先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937760" y="3867912"/>
            <a:ext cx="3017520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83480" y="39136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重量 (kg)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0240" y="4187952"/>
            <a:ext cx="301752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4233672"/>
            <a:ext cx="2926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株式会社○○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937760" y="4187952"/>
            <a:ext cx="301752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83480" y="4233672"/>
            <a:ext cx="2926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125.5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20240" y="4489704"/>
            <a:ext cx="301752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65960" y="4535424"/>
            <a:ext cx="2926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△△商店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37760" y="4489704"/>
            <a:ext cx="301752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83480" y="4535424"/>
            <a:ext cx="29260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88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920240" y="4919472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2980B9"/>
          </a:solidFill>
          <a:ln/>
        </p:spPr>
      </p:sp>
      <p:sp>
        <p:nvSpPr>
          <p:cNvPr id="44" name="Text 42"/>
          <p:cNvSpPr/>
          <p:nvPr/>
        </p:nvSpPr>
        <p:spPr>
          <a:xfrm>
            <a:off x="1920240" y="4965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計画を保存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97680" y="164592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6" name="Text 44"/>
          <p:cNvSpPr/>
          <p:nvPr/>
        </p:nvSpPr>
        <p:spPr>
          <a:xfrm>
            <a:off x="4297680" y="168249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297680" y="260604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8" name="Text 46"/>
          <p:cNvSpPr/>
          <p:nvPr/>
        </p:nvSpPr>
        <p:spPr>
          <a:xfrm>
            <a:off x="4297680" y="2642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297680" y="384048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50" name="Text 48"/>
          <p:cNvSpPr/>
          <p:nvPr/>
        </p:nvSpPr>
        <p:spPr>
          <a:xfrm>
            <a:off x="4297680" y="387705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計画の作成手順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8321040" y="14173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3" name="Text 51"/>
          <p:cNvSpPr/>
          <p:nvPr/>
        </p:nvSpPr>
        <p:spPr>
          <a:xfrm>
            <a:off x="8321040" y="14538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8823960" y="1444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日付とコースを選ぶ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23960" y="18013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配送日とコースを選ぶと、届け先の一覧が自動で表示されます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21040" y="246888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7" name="Text 55"/>
          <p:cNvSpPr/>
          <p:nvPr/>
        </p:nvSpPr>
        <p:spPr>
          <a:xfrm>
            <a:off x="8321040" y="250545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823960" y="249631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各届け先に重量を入力する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23960" y="285292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配送予定の重量（kg）を入力します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※重量を入力した届け先のみ計画に含まれます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21040" y="356616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1" name="Text 59"/>
          <p:cNvSpPr/>
          <p:nvPr/>
        </p:nvSpPr>
        <p:spPr>
          <a:xfrm>
            <a:off x="8321040" y="360273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8823960" y="35935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「計画を保存」を押す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23960" y="3950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保存するとドライバーのスマホに計画が表示されます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321040" y="4800600"/>
            <a:ext cx="3566160" cy="685800"/>
          </a:xfrm>
          <a:prstGeom prst="rect">
            <a:avLst/>
          </a:prstGeom>
          <a:solidFill>
            <a:srgbClr val="FFF3CD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412480" y="48737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【注意】 重量が1件も入力されていない場合は保存できません。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配送計画 ｜ 計画の一覧を確認する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登録済みの計画の状況が確認できます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50008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1640" y="2350008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計画一覧（直近）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920240" y="2130552"/>
            <a:ext cx="1086307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65960" y="2176272"/>
            <a:ext cx="994867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06547" y="2130552"/>
            <a:ext cx="1327709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52267" y="2176272"/>
            <a:ext cx="123626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コース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34256" y="2130552"/>
            <a:ext cx="724205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9976" y="2176272"/>
            <a:ext cx="63276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件数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58461" y="2130552"/>
            <a:ext cx="905256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04181" y="2176272"/>
            <a:ext cx="8138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総重量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63717" y="2130552"/>
            <a:ext cx="1207008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09437" y="217627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ステータス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0725" y="2130552"/>
            <a:ext cx="784555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6445" y="2176272"/>
            <a:ext cx="6931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2450592"/>
            <a:ext cx="1086307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65960" y="2496312"/>
            <a:ext cx="994867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04/17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006547" y="2450592"/>
            <a:ext cx="1327709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52267" y="2496312"/>
            <a:ext cx="1236269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市内1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334256" y="2450592"/>
            <a:ext cx="72420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79976" y="2496312"/>
            <a:ext cx="63276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5件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058461" y="2450592"/>
            <a:ext cx="9052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104181" y="2496312"/>
            <a:ext cx="8138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530kg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963717" y="2450592"/>
            <a:ext cx="120700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09437" y="2496312"/>
            <a:ext cx="11155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✅ 完了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170725" y="2450592"/>
            <a:ext cx="78455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16445" y="2496312"/>
            <a:ext cx="69311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1号車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920240" y="2752344"/>
            <a:ext cx="1086307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65960" y="2798064"/>
            <a:ext cx="994867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04/17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006547" y="2752344"/>
            <a:ext cx="1327709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52267" y="2798064"/>
            <a:ext cx="1236269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郊外2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334256" y="2752344"/>
            <a:ext cx="72420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79976" y="2798064"/>
            <a:ext cx="63276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3件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058461" y="2752344"/>
            <a:ext cx="9052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104181" y="2798064"/>
            <a:ext cx="8138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180kg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963717" y="2752344"/>
            <a:ext cx="120700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09437" y="2798064"/>
            <a:ext cx="11155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67E2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配送中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7170725" y="2752344"/>
            <a:ext cx="78455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16445" y="2798064"/>
            <a:ext cx="69311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2号車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920240" y="3054096"/>
            <a:ext cx="1086307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65960" y="3099816"/>
            <a:ext cx="994867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04/18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06547" y="3054096"/>
            <a:ext cx="1327709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052267" y="3099816"/>
            <a:ext cx="1236269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市内2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334256" y="3054096"/>
            <a:ext cx="72420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79976" y="3099816"/>
            <a:ext cx="63276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4件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058461" y="3054096"/>
            <a:ext cx="9052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104181" y="3099816"/>
            <a:ext cx="8138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320kg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963717" y="3054096"/>
            <a:ext cx="1207008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009437" y="3099816"/>
            <a:ext cx="11155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980B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📋 計画済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170725" y="3054096"/>
            <a:ext cx="784555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16445" y="3099816"/>
            <a:ext cx="69311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未割当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297680" y="137160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73" name="Text 71"/>
          <p:cNvSpPr/>
          <p:nvPr/>
        </p:nvSpPr>
        <p:spPr>
          <a:xfrm>
            <a:off x="4297680" y="140817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4297680" y="192024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75" name="Text 73"/>
          <p:cNvSpPr/>
          <p:nvPr/>
        </p:nvSpPr>
        <p:spPr>
          <a:xfrm>
            <a:off x="4297680" y="19568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ステータスの見方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8321040" y="14630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412480" y="1536192"/>
            <a:ext cx="1645920" cy="347472"/>
          </a:xfrm>
          <a:prstGeom prst="roundRect">
            <a:avLst>
              <a:gd name="adj" fmla="val 13158"/>
            </a:avLst>
          </a:prstGeom>
          <a:solidFill>
            <a:srgbClr val="2980B9"/>
          </a:solidFill>
          <a:ln/>
        </p:spPr>
      </p:sp>
      <p:sp>
        <p:nvSpPr>
          <p:cNvPr id="79" name="Text 77"/>
          <p:cNvSpPr/>
          <p:nvPr/>
        </p:nvSpPr>
        <p:spPr>
          <a:xfrm>
            <a:off x="8412480" y="15361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📋 計画済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366760" y="1920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計画は登録済み。ドライバーがまだ出発していない状態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8321040" y="288036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12480" y="2953512"/>
            <a:ext cx="1645920" cy="347472"/>
          </a:xfrm>
          <a:prstGeom prst="roundRect">
            <a:avLst>
              <a:gd name="adj" fmla="val 13158"/>
            </a:avLst>
          </a:prstGeom>
          <a:solidFill>
            <a:srgbClr val="E67E22"/>
          </a:solidFill>
          <a:ln/>
        </p:spPr>
      </p:sp>
      <p:sp>
        <p:nvSpPr>
          <p:cNvPr id="83" name="Text 81"/>
          <p:cNvSpPr/>
          <p:nvPr/>
        </p:nvSpPr>
        <p:spPr>
          <a:xfrm>
            <a:off x="8412480" y="295351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配送中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8366760" y="3337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ドライバーが出発して配送中の状態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8321040" y="42976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412480" y="4370832"/>
            <a:ext cx="1645920" cy="347472"/>
          </a:xfrm>
          <a:prstGeom prst="roundRect">
            <a:avLst>
              <a:gd name="adj" fmla="val 13158"/>
            </a:avLst>
          </a:prstGeom>
          <a:solidFill>
            <a:srgbClr val="27AE60"/>
          </a:solidFill>
          <a:ln/>
        </p:spPr>
      </p:sp>
      <p:sp>
        <p:nvSpPr>
          <p:cNvPr id="87" name="Text 85"/>
          <p:cNvSpPr/>
          <p:nvPr/>
        </p:nvSpPr>
        <p:spPr>
          <a:xfrm>
            <a:off x="8412480" y="43708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✅ 完了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8366760" y="4754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帰社記録まで完了した状態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8321040" y="5715000"/>
            <a:ext cx="3566160" cy="685800"/>
          </a:xfrm>
          <a:prstGeom prst="rect">
            <a:avLst/>
          </a:prstGeom>
          <a:solidFill>
            <a:srgbClr val="E8F8E8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412480" y="57881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【ポイント】 一覧は直近の計画が表示されます。「更新」で最新状態を確認できます。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レポート ｜ 月次グラフで実績を確認する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直近1か月の配送実績をグラフで確認できます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300984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1640" y="3300984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レポート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2103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直近1か月の走行距離・総重量・配送回数  支店: すべて 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20240" y="2404872"/>
            <a:ext cx="60350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057400" y="249631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📦 総重量（kg）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57400" y="2816352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棒グラフ表示 ━━━━━━━━━━━━━━━━━━━━━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（日別の配送重量の棒グラフが表示されます）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20240" y="3730752"/>
            <a:ext cx="60350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057400" y="382219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🔄 配送回数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057400" y="4142232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棒グラフ表示 ━━━━━━━━━━━━━━━━━━━━━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4965192"/>
            <a:ext cx="60350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057400" y="50566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🛣️ 走行距離（km）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57400" y="5376672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折れ線グラフ表示 ─────────────────────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97680" y="137160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35" name="Text 33"/>
          <p:cNvSpPr/>
          <p:nvPr/>
        </p:nvSpPr>
        <p:spPr>
          <a:xfrm>
            <a:off x="4297680" y="140817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297680" y="182880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37" name="Text 35"/>
          <p:cNvSpPr/>
          <p:nvPr/>
        </p:nvSpPr>
        <p:spPr>
          <a:xfrm>
            <a:off x="4297680" y="186537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297680" y="265176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0" y="268833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グラフの見方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21040" y="14173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321040" y="14538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823960" y="1444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支店フィルター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23960" y="18013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「すべて」または特定の支店を選んでデータを絞り込めます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21040" y="242316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6" name="Text 44"/>
          <p:cNvSpPr/>
          <p:nvPr/>
        </p:nvSpPr>
        <p:spPr>
          <a:xfrm>
            <a:off x="8321040" y="245973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823960" y="24505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総重量グラフ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23960" y="2807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日ごとの配送重量（kg）の合計を棒グラフで確認できます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1040" y="338328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0" name="Text 48"/>
          <p:cNvSpPr/>
          <p:nvPr/>
        </p:nvSpPr>
        <p:spPr>
          <a:xfrm>
            <a:off x="8321040" y="341985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23960" y="341071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走行距離グラフ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823960" y="376732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各車輌の走行距離の合計を折れ線グラフで確認できます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21040" y="4754880"/>
            <a:ext cx="3566160" cy="685800"/>
          </a:xfrm>
          <a:prstGeom prst="rect">
            <a:avLst/>
          </a:prstGeom>
          <a:solidFill>
            <a:srgbClr val="E8F8E8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12480" y="48280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【ポイント】 グラフは直近30日分が自動表示されます。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CSVダウンロード ｜ データをExcelで取り出す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日付範囲・支店・車輌で絞り込んでダウンロードできます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3776472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21" name="Shape 19"/>
          <p:cNvSpPr/>
          <p:nvPr/>
        </p:nvSpPr>
        <p:spPr>
          <a:xfrm>
            <a:off x="1691640" y="3776472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CSVダウンロード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2103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日付範囲・支店・車輌でフィルタして配送記録をダウンロード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920240" y="23591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種類:  得意先別集計  |  車輌別集計  |  ジャーナル形式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20240" y="26791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273405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開始日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429000" y="26791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273405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終了日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37760" y="2679192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273405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09360" y="26791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273405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920240" y="3182112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555555"/>
          </a:solidFill>
          <a:ln/>
        </p:spPr>
      </p:sp>
      <p:sp>
        <p:nvSpPr>
          <p:cNvPr id="35" name="Text 33"/>
          <p:cNvSpPr/>
          <p:nvPr/>
        </p:nvSpPr>
        <p:spPr>
          <a:xfrm>
            <a:off x="1920240" y="3227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プレビュー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931920" y="3182112"/>
            <a:ext cx="2286000" cy="365760"/>
          </a:xfrm>
          <a:prstGeom prst="roundRect">
            <a:avLst>
              <a:gd name="adj" fmla="val 12500"/>
            </a:avLst>
          </a:prstGeom>
          <a:solidFill>
            <a:srgbClr val="2980B9"/>
          </a:solidFill>
          <a:ln/>
        </p:spPr>
      </p:sp>
      <p:sp>
        <p:nvSpPr>
          <p:cNvPr id="37" name="Text 35"/>
          <p:cNvSpPr/>
          <p:nvPr/>
        </p:nvSpPr>
        <p:spPr>
          <a:xfrm>
            <a:off x="3931920" y="32278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CSVダウンロード ⬇️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920240" y="3685032"/>
            <a:ext cx="603504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2057400" y="37764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プレビュー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057400" y="4096512"/>
            <a:ext cx="5760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得意先コード | 配達先名 | 件数 | 総重量(kg)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00001 | 株式会社○○ | 12 | 1,560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00002 | △△商店 | 8 | 820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...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97680" y="109728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2" name="Text 40"/>
          <p:cNvSpPr/>
          <p:nvPr/>
        </p:nvSpPr>
        <p:spPr>
          <a:xfrm>
            <a:off x="4297680" y="113385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297680" y="155448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0" y="159105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297680" y="210312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46" name="Text 44"/>
          <p:cNvSpPr/>
          <p:nvPr/>
        </p:nvSpPr>
        <p:spPr>
          <a:xfrm>
            <a:off x="4297680" y="213969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ダウンロードの手順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321040" y="14173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9" name="Text 47"/>
          <p:cNvSpPr/>
          <p:nvPr/>
        </p:nvSpPr>
        <p:spPr>
          <a:xfrm>
            <a:off x="8321040" y="14538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823960" y="1444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種類を選ぶ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23960" y="18013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得意先別・車輌別・ジャーナルから目的に合った形式を選びます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21040" y="242316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3" name="Text 51"/>
          <p:cNvSpPr/>
          <p:nvPr/>
        </p:nvSpPr>
        <p:spPr>
          <a:xfrm>
            <a:off x="8321040" y="245973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8823960" y="24505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日付・支店・車輌を指定する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23960" y="2807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絞り込みたい条件を入力します（すべて省略すると全データ）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21040" y="342900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57" name="Text 55"/>
          <p:cNvSpPr/>
          <p:nvPr/>
        </p:nvSpPr>
        <p:spPr>
          <a:xfrm>
            <a:off x="8321040" y="346557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823960" y="345643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「プレビュー」で内容を確認する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23960" y="381304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ダウンロード前にデータの内容を画面で確認できます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21040" y="43891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1" name="Text 59"/>
          <p:cNvSpPr/>
          <p:nvPr/>
        </p:nvSpPr>
        <p:spPr>
          <a:xfrm>
            <a:off x="8321040" y="44256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8823960" y="44165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「CSVダウンロード」を押す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23960" y="47731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CSVファイルが自動的にダウンロードされます。Excelで開けます。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321040" y="5577840"/>
            <a:ext cx="3566160" cy="685800"/>
          </a:xfrm>
          <a:prstGeom prst="rect">
            <a:avLst/>
          </a:prstGeom>
          <a:solidFill>
            <a:srgbClr val="FFF3CD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412480" y="565099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【注意】 プレビューを押してからでないとダウンロードボタンが有効になりません。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マスタ管理 ｜ 基本情報を登録・編集する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支店・車輌・配達先・コースの設定を行います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マスタ管理とは？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配送に必要な基本情報（支店・車輌・届け先・コース）を登録・管理する機能です。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新しい車輌や届け先が増えたときにここで追加します。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63500" dist="38100" dir="2700000">
              <a:srgbClr val="bbccdd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🏢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24688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支店名・会社の拠点を管理します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例）本社、東支店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23317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63500" dist="38100" dir="2700000">
              <a:srgbClr val="bbccdd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43400" y="30175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車輌名・最大積載量を管理します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例）1号車 (3.5t)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3317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63500" dist="38100" dir="2700000">
              <a:srgbClr val="bbccdd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8388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📍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778240" y="24688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配達先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83880" y="30175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届け先の名前・コードを管理します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例）株式会社○○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4348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63500" dist="38100" dir="2700000">
              <a:srgbClr val="bbccdd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🗺️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097280" y="4572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コース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51206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配送コース名・運行曜日を管理します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例）市内1（月・水・金）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4348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sx="100000" sy="100000" kx="0" ky="0" algn="bl" rotWithShape="0" blurRad="63500" dist="38100" dir="2700000">
              <a:srgbClr val="bbccdd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34340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📋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937760" y="4572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コース配達先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343400" y="51206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コースに含まれる届け先と順番を設定します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マスタ管理 ｜ 追加・編集・削除の方法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どのマスタも同じ操作で管理できます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88952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7772400" cy="53035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7772400" cy="3474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996696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996696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996696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261872"/>
            <a:ext cx="1463040" cy="4956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35331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🚚 Truck Tracker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6276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BBDD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Administrator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737360" y="1261872"/>
            <a:ext cx="6309360" cy="4956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37360" y="1261872"/>
            <a:ext cx="630936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874520"/>
            <a:ext cx="1463040" cy="384048"/>
          </a:xfrm>
          <a:prstGeom prst="rect">
            <a:avLst/>
          </a:prstGeom>
          <a:solidFill>
            <a:srgbClr val="1630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1640" y="1874520"/>
            <a:ext cx="45720" cy="38404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19019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📊 Dashboard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📅 配送計画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" y="28529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📝 日報編集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📈 レポート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BCC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⬇️ CSV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20240" y="1719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車輌マスタ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2103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車輌の追加・編集・削除を行います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40880" y="1719072"/>
            <a:ext cx="731520" cy="365760"/>
          </a:xfrm>
          <a:prstGeom prst="roundRect">
            <a:avLst>
              <a:gd name="adj" fmla="val 12500"/>
            </a:avLst>
          </a:prstGeom>
          <a:solidFill>
            <a:srgbClr val="2980B9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176479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+ 追加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2450592"/>
            <a:ext cx="2112264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65960" y="2496312"/>
            <a:ext cx="20208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車輌名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32504" y="2450592"/>
            <a:ext cx="1508760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78224" y="24963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450592"/>
            <a:ext cx="1508760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86984" y="24963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最大積載量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50024" y="2450592"/>
            <a:ext cx="905256" cy="320040"/>
          </a:xfrm>
          <a:prstGeom prst="rect">
            <a:avLst/>
          </a:prstGeom>
          <a:solidFill>
            <a:srgbClr val="F0F4F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95744" y="2496312"/>
            <a:ext cx="8138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操作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0240" y="2770632"/>
            <a:ext cx="211226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2816352"/>
            <a:ext cx="202082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1号車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2770632"/>
            <a:ext cx="15087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8224" y="2816352"/>
            <a:ext cx="14173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2770632"/>
            <a:ext cx="15087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86984" y="2816352"/>
            <a:ext cx="14173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3.5t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050024" y="2770632"/>
            <a:ext cx="9052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95744" y="2816352"/>
            <a:ext cx="8138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980B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編集 削除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920240" y="3072384"/>
            <a:ext cx="2112264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65960" y="3118104"/>
            <a:ext cx="202082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2号車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032504" y="3072384"/>
            <a:ext cx="15087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78224" y="3118104"/>
            <a:ext cx="14173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本社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541264" y="3072384"/>
            <a:ext cx="15087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6984" y="3118104"/>
            <a:ext cx="14173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4t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050024" y="3072384"/>
            <a:ext cx="905256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95744" y="3118104"/>
            <a:ext cx="8138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980B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編集 削除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651760" y="3547872"/>
            <a:ext cx="45720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2700000">
              <a:srgbClr val="cccccc">
                <a:alpha val="4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88920" y="3639312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車輌を追加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2788920" y="3959352"/>
            <a:ext cx="42976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車輌名: ___________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支店:  ___________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最大積載量(t): ___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     キャンセル  ／  保存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297680" y="109728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55" name="Text 53"/>
          <p:cNvSpPr/>
          <p:nvPr/>
        </p:nvSpPr>
        <p:spPr>
          <a:xfrm>
            <a:off x="4297680" y="113385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4297680" y="164592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57" name="Text 55"/>
          <p:cNvSpPr/>
          <p:nvPr/>
        </p:nvSpPr>
        <p:spPr>
          <a:xfrm>
            <a:off x="4297680" y="168249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297680" y="2651760"/>
            <a:ext cx="347472" cy="34747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59" name="Text 57"/>
          <p:cNvSpPr/>
          <p:nvPr/>
        </p:nvSpPr>
        <p:spPr>
          <a:xfrm>
            <a:off x="4297680" y="268833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321040" y="914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マスタの操作方法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8321040" y="141732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2" name="Text 60"/>
          <p:cNvSpPr/>
          <p:nvPr/>
        </p:nvSpPr>
        <p:spPr>
          <a:xfrm>
            <a:off x="8321040" y="145389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23960" y="1444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「＋追加」ボタンで新規登録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823960" y="180136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右上の「＋追加」ボタンを押すと入力画面が開きます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242316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6" name="Text 64"/>
          <p:cNvSpPr/>
          <p:nvPr/>
        </p:nvSpPr>
        <p:spPr>
          <a:xfrm>
            <a:off x="8321040" y="245973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8823960" y="24505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一覧の「編集」で修正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8823960" y="2807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各行の「編集」ボタンを押すと情報を変更できます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321040" y="3429000"/>
            <a:ext cx="411480" cy="4114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70" name="Text 68"/>
          <p:cNvSpPr/>
          <p:nvPr/>
        </p:nvSpPr>
        <p:spPr>
          <a:xfrm>
            <a:off x="8321040" y="346557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8823960" y="345643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モーダル画面で入力・保存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8823960" y="381304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必要な情報を入力して「保存」ボタンで確定します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321040" y="4572000"/>
            <a:ext cx="3566160" cy="685800"/>
          </a:xfrm>
          <a:prstGeom prst="rect">
            <a:avLst/>
          </a:prstGeom>
          <a:solidFill>
            <a:srgbClr val="FFF3CD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412480" y="46451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【注意】 「削除」は元に戻せません。削除する前によく確認してください。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321040" y="5349240"/>
            <a:ext cx="3566160" cy="685800"/>
          </a:xfrm>
          <a:prstGeom prst="rect">
            <a:avLst/>
          </a:prstGeom>
          <a:solidFill>
            <a:srgbClr val="E8F8E8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412480" y="542239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【ポイント】 コース配達先は、コースを選んでから届け先の追加・順番設定を行います。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2026-04-17T01:18:38Z</dcterms:created>
  <dcterms:modified xsi:type="dcterms:W3CDTF">2026-04-17T01:18:38Z</dcterms:modified>
</cp:coreProperties>
</file>