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37" d="100"/>
          <a:sy n="137" d="100"/>
        </p:scale>
        <p:origin x="2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51861F-CE88-4033-B99D-112315FE4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2F59C99-01E1-460A-AA1C-3BDD7FB66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2BCC1B-8B95-4D0E-8236-CB5EC5F0D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C960E7-5627-4B9C-91BA-C1A47A460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72E1AB-3991-4811-B9D5-1883F45C0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381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846986-1B52-40E6-9B14-B2D8BF91F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F7C6BE-21AF-4994-8638-723D149E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82E4D3-B757-4F6E-BC25-96DE0FDE0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5596D5-79C8-45DC-8E85-74483F1B3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BD7B965-7FEF-40AD-AE4E-A813F7474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690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26EA68-1793-4DB9-B73E-D53781E9A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156F9F-E6A6-4B6C-9911-1C859CDD5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E13F90-E2CF-4A8F-B0F7-BD44A58C9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FA2797D-7617-4B36-B5FD-1EB572ECB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7AB3C4-0966-476D-91BE-4E72F0BE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43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8FC788-30AF-4B78-AC57-3CBE2A9FC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7D8D08-B745-42CB-8333-C88272608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75CFF33-9ED4-4EBA-8470-69A10F6F3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7DAA41D-0BF3-4E3E-9F52-2A733ED6B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B8E7EF-8344-402B-BF00-58E2EF860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A74F69-140F-4558-9F8B-8C618158F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557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A10E56-6FFC-48A3-8842-B5CA39CAF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E222EC-63BA-4404-ABA9-92A6DD026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2647635-8753-44C5-8E5C-4DA57B9A4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2A06F63-B640-46F4-828F-FF860D93F3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A36DC20-A122-43D6-A15C-C414F26A56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DCAC77F-23B0-4546-B9DE-46DA5DB3A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4875D4B-FBA0-410B-8B3A-E87A05086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16E38B1-599E-48D4-A18B-95D0BB03E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9260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490954-E098-44AB-9547-BC084EB91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45DDA7E-39C7-498A-B3A8-C25C8C7A9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96C8BDF-2E68-4E8A-91F2-B93E4027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8BC3A6-4C1E-4D9A-8570-EE20DCE0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3669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DE20AD-6EBC-41EA-ACC3-D9C46627F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E0B42C3-4585-49DF-AA67-2C17D6BF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06C86C5-3CEA-4B79-9454-631648647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69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25B813-81E0-417E-87DD-A58BEBE6C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7C3770-7B8E-4C37-9857-3C43843FB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666B80-6436-4624-B60E-BF33153696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1EE68F4-904A-41B3-81D5-380295E01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3091B3A-B065-4212-9A4B-AF8B45D91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5BF64A6-09AC-4357-9900-7484E97ED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3403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D6AA26-5524-4E9C-99BF-BA547D6E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3319FAF-16DC-4B0F-A7DA-2B83590132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59B004-2682-481C-B100-5F8B85E003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C1D45B-93B6-4D57-BBBA-216D9EF05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C1647B-5E7D-43E4-ACA4-E14EC1863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91BACD0-F8B5-4DE6-85C9-2151422EE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2755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A09C13-97EA-4570-AD17-78A8F1B35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89DE41-49E3-4047-8E93-872ED4B46B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841F34-4439-49F0-8436-E96BB5D82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707C67-C4E6-4C6A-9C3E-4C55A4A66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1AB3A1-1B6F-4891-B45A-B6A92428C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4955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DE03CE0-8F56-4D11-9630-D44534789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5767FCE-7D2F-427B-83C0-5DF13D52C8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924080-B403-4465-A561-46691879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332810-3754-45A5-8265-5490E6194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13BEF2-F6AD-4D1B-A461-BD50B6B3A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6731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5087C63-2636-4F4D-9E65-BC19BE28A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3DBB08-A6AC-4EF5-9C57-2270D09B8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5E200B-B757-47B9-B232-A295EBA9BD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5AFA4B-FFF8-42B4-B27F-D74F1D86DBE5}" type="datetimeFigureOut">
              <a:rPr kumimoji="1" lang="ja-JP" altLang="en-US" smtClean="0"/>
              <a:t>2026/3/27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982B5A-4BF2-429A-908C-8CCADD3226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74D9D1-B499-4346-BDCA-A511672AE9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394589-C82B-43E4-9655-952555EC17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8894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E419473-F5B2-408B-B434-922F29421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68981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B280A6C-6BC6-44AC-BECD-7582433F02EE}"/>
              </a:ext>
            </a:extLst>
          </p:cNvPr>
          <p:cNvSpPr/>
          <p:nvPr/>
        </p:nvSpPr>
        <p:spPr>
          <a:xfrm>
            <a:off x="3935897" y="0"/>
            <a:ext cx="8256104" cy="70369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3200" dirty="0"/>
              <a:t>１．出庫前準備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0163A8A-7BBB-44DD-AACF-0FCF1856CD1C}"/>
              </a:ext>
            </a:extLst>
          </p:cNvPr>
          <p:cNvSpPr/>
          <p:nvPr/>
        </p:nvSpPr>
        <p:spPr>
          <a:xfrm>
            <a:off x="3935896" y="126160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（１） 支店を選択します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35D35E-13CA-486B-AC45-4BBC2D67B3B4}"/>
              </a:ext>
            </a:extLst>
          </p:cNvPr>
          <p:cNvSpPr/>
          <p:nvPr/>
        </p:nvSpPr>
        <p:spPr>
          <a:xfrm>
            <a:off x="3935896" y="266898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（３） 日付を選択します   </a:t>
            </a:r>
            <a:r>
              <a:rPr kumimoji="1"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※</a:t>
            </a:r>
            <a:r>
              <a:rPr kumimoji="1" lang="ja-JP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当日が初期表示されています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94D8861-A6EA-400F-989D-3B46BD2F73E8}"/>
              </a:ext>
            </a:extLst>
          </p:cNvPr>
          <p:cNvSpPr/>
          <p:nvPr/>
        </p:nvSpPr>
        <p:spPr>
          <a:xfrm>
            <a:off x="3935896" y="337267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（４） 配送コースを選択します   </a:t>
            </a:r>
            <a:r>
              <a:rPr kumimoji="1"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※</a:t>
            </a:r>
            <a:r>
              <a:rPr kumimoji="1" lang="ja-JP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当日が初期表示されています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8C740CA-0BD9-4A56-A809-1779A6E73D91}"/>
              </a:ext>
            </a:extLst>
          </p:cNvPr>
          <p:cNvSpPr/>
          <p:nvPr/>
        </p:nvSpPr>
        <p:spPr>
          <a:xfrm>
            <a:off x="3935896" y="196529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（２） 車輌を選択します   </a:t>
            </a:r>
            <a:r>
              <a:rPr kumimoji="1"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※</a:t>
            </a:r>
            <a:r>
              <a:rPr kumimoji="1" lang="ja-JP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出庫前の車輌のみ選択できます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8328AB7-E0ED-4858-ACF3-298439FE2FED}"/>
              </a:ext>
            </a:extLst>
          </p:cNvPr>
          <p:cNvSpPr/>
          <p:nvPr/>
        </p:nvSpPr>
        <p:spPr>
          <a:xfrm>
            <a:off x="3935896" y="407636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（５） 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次へ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をタップします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934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B280A6C-6BC6-44AC-BECD-7582433F02EE}"/>
              </a:ext>
            </a:extLst>
          </p:cNvPr>
          <p:cNvSpPr/>
          <p:nvPr/>
        </p:nvSpPr>
        <p:spPr>
          <a:xfrm>
            <a:off x="3935897" y="0"/>
            <a:ext cx="8256104" cy="70369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3200" dirty="0"/>
              <a:t>２．行先選択 → 移動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0163A8A-7BBB-44DD-AACF-0FCF1856CD1C}"/>
              </a:ext>
            </a:extLst>
          </p:cNvPr>
          <p:cNvSpPr/>
          <p:nvPr/>
        </p:nvSpPr>
        <p:spPr>
          <a:xfrm>
            <a:off x="3935896" y="126160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（１） 最初に向かう届け先を選択します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35D35E-13CA-486B-AC45-4BBC2D67B3B4}"/>
              </a:ext>
            </a:extLst>
          </p:cNvPr>
          <p:cNvSpPr/>
          <p:nvPr/>
        </p:nvSpPr>
        <p:spPr>
          <a:xfrm>
            <a:off x="3935896" y="266898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（３） 前に戻るには、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車輌・コース選択に戻る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をタップします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8C740CA-0BD9-4A56-A809-1779A6E73D91}"/>
              </a:ext>
            </a:extLst>
          </p:cNvPr>
          <p:cNvSpPr/>
          <p:nvPr/>
        </p:nvSpPr>
        <p:spPr>
          <a:xfrm>
            <a:off x="3935896" y="196529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（２） 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出発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をタップします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AB61DD3-6F0E-4E7D-A3E8-7F7351655C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68981" cy="6858000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701FDBA-E347-4681-A209-9D30B3065B94}"/>
              </a:ext>
            </a:extLst>
          </p:cNvPr>
          <p:cNvSpPr/>
          <p:nvPr/>
        </p:nvSpPr>
        <p:spPr>
          <a:xfrm>
            <a:off x="3935896" y="337267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＞＞＞ 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移動を開始してください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7972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B280A6C-6BC6-44AC-BECD-7582433F02EE}"/>
              </a:ext>
            </a:extLst>
          </p:cNvPr>
          <p:cNvSpPr/>
          <p:nvPr/>
        </p:nvSpPr>
        <p:spPr>
          <a:xfrm>
            <a:off x="3935897" y="0"/>
            <a:ext cx="8256104" cy="70369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3200" dirty="0"/>
              <a:t>３．目的地に到着 → 荷下ろし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0163A8A-7BBB-44DD-AACF-0FCF1856CD1C}"/>
              </a:ext>
            </a:extLst>
          </p:cNvPr>
          <p:cNvSpPr/>
          <p:nvPr/>
        </p:nvSpPr>
        <p:spPr>
          <a:xfrm>
            <a:off x="3935896" y="126160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（１） 到着したら、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到着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をタップします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35D35E-13CA-486B-AC45-4BBC2D67B3B4}"/>
              </a:ext>
            </a:extLst>
          </p:cNvPr>
          <p:cNvSpPr/>
          <p:nvPr/>
        </p:nvSpPr>
        <p:spPr>
          <a:xfrm>
            <a:off x="3935896" y="266898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＞＞＞ 荷下ろしを開始してください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8C740CA-0BD9-4A56-A809-1779A6E73D91}"/>
              </a:ext>
            </a:extLst>
          </p:cNvPr>
          <p:cNvSpPr/>
          <p:nvPr/>
        </p:nvSpPr>
        <p:spPr>
          <a:xfrm>
            <a:off x="3935896" y="196529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（２）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出発前に戻るには、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出発を取り消す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をタップします</a:t>
            </a:r>
            <a:endParaRPr kumimoji="1" lang="ja-JP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B8A1658-D5BB-4464-B97D-B62FBF0420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689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902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B280A6C-6BC6-44AC-BECD-7582433F02EE}"/>
              </a:ext>
            </a:extLst>
          </p:cNvPr>
          <p:cNvSpPr/>
          <p:nvPr/>
        </p:nvSpPr>
        <p:spPr>
          <a:xfrm>
            <a:off x="3935897" y="0"/>
            <a:ext cx="8256104" cy="70369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dirty="0"/>
              <a:t>４</a:t>
            </a:r>
            <a:r>
              <a:rPr kumimoji="1" lang="ja-JP" altLang="en-US" sz="3200" dirty="0"/>
              <a:t>．荷下ろし終了 → </a:t>
            </a:r>
            <a:r>
              <a:rPr kumimoji="1" lang="en-US" altLang="ja-JP" sz="3200" dirty="0"/>
              <a:t>2</a:t>
            </a:r>
            <a:r>
              <a:rPr kumimoji="1" lang="ja-JP" altLang="en-US" sz="3200" dirty="0"/>
              <a:t>件目へ移動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0163A8A-7BBB-44DD-AACF-0FCF1856CD1C}"/>
              </a:ext>
            </a:extLst>
          </p:cNvPr>
          <p:cNvSpPr/>
          <p:nvPr/>
        </p:nvSpPr>
        <p:spPr>
          <a:xfrm>
            <a:off x="3935896" y="126160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（１） 配達した荷物の重量を入力します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35D35E-13CA-486B-AC45-4BBC2D67B3B4}"/>
              </a:ext>
            </a:extLst>
          </p:cNvPr>
          <p:cNvSpPr/>
          <p:nvPr/>
        </p:nvSpPr>
        <p:spPr>
          <a:xfrm>
            <a:off x="3935896" y="337267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（４）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納品を完了し帰社する場合は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帰社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をタップします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8C740CA-0BD9-4A56-A809-1779A6E73D91}"/>
              </a:ext>
            </a:extLst>
          </p:cNvPr>
          <p:cNvSpPr/>
          <p:nvPr/>
        </p:nvSpPr>
        <p:spPr>
          <a:xfrm>
            <a:off x="3935896" y="196529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（２） 次に向かう行先を選択します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701FDBA-E347-4681-A209-9D30B3065B94}"/>
              </a:ext>
            </a:extLst>
          </p:cNvPr>
          <p:cNvSpPr/>
          <p:nvPr/>
        </p:nvSpPr>
        <p:spPr>
          <a:xfrm>
            <a:off x="3935896" y="478005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＞＞＞ 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移動を開始してください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1C4B3790-2222-4B67-BB77-02887FBC0C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68981" cy="685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BB9F181-8229-4823-9B72-4C698C6B9B37}"/>
              </a:ext>
            </a:extLst>
          </p:cNvPr>
          <p:cNvSpPr/>
          <p:nvPr/>
        </p:nvSpPr>
        <p:spPr>
          <a:xfrm>
            <a:off x="3935896" y="266898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（３） 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出発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をタップします</a:t>
            </a:r>
            <a:endParaRPr kumimoji="1" lang="ja-JP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7243E84-615F-4DC1-BE85-C4C2B0A0B2A3}"/>
              </a:ext>
            </a:extLst>
          </p:cNvPr>
          <p:cNvSpPr/>
          <p:nvPr/>
        </p:nvSpPr>
        <p:spPr>
          <a:xfrm>
            <a:off x="3935896" y="407636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（５）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到着を取り消すには、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到着を取り消す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をタップします</a:t>
            </a:r>
            <a:endParaRPr kumimoji="1" lang="ja-JP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472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B280A6C-6BC6-44AC-BECD-7582433F02EE}"/>
              </a:ext>
            </a:extLst>
          </p:cNvPr>
          <p:cNvSpPr/>
          <p:nvPr/>
        </p:nvSpPr>
        <p:spPr>
          <a:xfrm>
            <a:off x="3935897" y="0"/>
            <a:ext cx="8256104" cy="70369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3200" dirty="0"/>
              <a:t>５</a:t>
            </a:r>
            <a:r>
              <a:rPr kumimoji="1" lang="ja-JP" altLang="en-US" sz="3200" dirty="0"/>
              <a:t>．帰社したら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0163A8A-7BBB-44DD-AACF-0FCF1856CD1C}"/>
              </a:ext>
            </a:extLst>
          </p:cNvPr>
          <p:cNvSpPr/>
          <p:nvPr/>
        </p:nvSpPr>
        <p:spPr>
          <a:xfrm>
            <a:off x="3935896" y="126160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（１） 到着時の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ODD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メーターを入力します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8C740CA-0BD9-4A56-A809-1779A6E73D91}"/>
              </a:ext>
            </a:extLst>
          </p:cNvPr>
          <p:cNvSpPr/>
          <p:nvPr/>
        </p:nvSpPr>
        <p:spPr>
          <a:xfrm>
            <a:off x="3935896" y="196529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（２）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帰社を記録</a:t>
            </a:r>
            <a:r>
              <a:rPr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をタップします</a:t>
            </a:r>
            <a:endParaRPr kumimoji="1" lang="ja-JP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F54261-0675-4F19-B743-1431B173B9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689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968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B280A6C-6BC6-44AC-BECD-7582433F02EE}"/>
              </a:ext>
            </a:extLst>
          </p:cNvPr>
          <p:cNvSpPr/>
          <p:nvPr/>
        </p:nvSpPr>
        <p:spPr>
          <a:xfrm>
            <a:off x="3935897" y="0"/>
            <a:ext cx="8256104" cy="70369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3200" dirty="0"/>
              <a:t>６．お疲れ様でした！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C1F4EE3-3A27-48FF-BA32-54B96674B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68981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CF18BDD-F278-4533-9D92-4343A499A404}"/>
              </a:ext>
            </a:extLst>
          </p:cNvPr>
          <p:cNvSpPr/>
          <p:nvPr/>
        </p:nvSpPr>
        <p:spPr>
          <a:xfrm>
            <a:off x="3935896" y="1261607"/>
            <a:ext cx="8256104" cy="7036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（１） 次の便の準備をするには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新しい日報を開始</a:t>
            </a:r>
            <a:r>
              <a:rPr kumimoji="1" lang="en-US" altLang="ja-JP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</a:t>
            </a:r>
            <a:r>
              <a:rPr kumimoji="1" lang="ja-JP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をタップします</a:t>
            </a:r>
          </a:p>
        </p:txBody>
      </p:sp>
    </p:spTree>
    <p:extLst>
      <p:ext uri="{BB962C8B-B14F-4D97-AF65-F5344CB8AC3E}">
        <p14:creationId xmlns:p14="http://schemas.microsoft.com/office/powerpoint/2010/main" val="2968013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298</Words>
  <Application>Microsoft Office PowerPoint</Application>
  <PresentationFormat>ワイド画面</PresentationFormat>
  <Paragraphs>27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User3292</dc:creator>
  <cp:lastModifiedBy>User3292</cp:lastModifiedBy>
  <cp:revision>7</cp:revision>
  <dcterms:created xsi:type="dcterms:W3CDTF">2026-03-27T01:01:04Z</dcterms:created>
  <dcterms:modified xsi:type="dcterms:W3CDTF">2026-03-27T02:27:42Z</dcterms:modified>
</cp:coreProperties>
</file>