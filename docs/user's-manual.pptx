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62E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7315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🚚  Truck Tracker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274320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6E8F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ドライバー向け 操作マニュアル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BD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スマートフォン用 ― 操作の流れと画面説明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5303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9B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配送記録を「出発」「到着」ボタンだけで登録できます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このアプリでできること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ドライバーが毎日使う配送記録ツールです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12188952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sx="100000" sy="100000" kx="0" ky="0" algn="bl" rotWithShape="0" blurRad="76200" dist="38100" dir="2700000">
              <a:srgbClr val="bbccdd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📍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1280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配送を記録する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755648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出発・到着をボタン1つで記録。難しい操作は一切ありません。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09728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sx="100000" sy="100000" kx="0" ky="0" algn="bl" rotWithShape="0" blurRad="76200" dist="38100" dir="2700000">
              <a:srgbClr val="bbccdd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📦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315200" y="1280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重量を入力する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0" y="1755648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各届け先での配送重量（kg）を入力します。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sx="100000" sy="100000" kx="0" ky="0" algn="bl" rotWithShape="0" blurRad="76200" dist="38100" dir="2700000">
              <a:srgbClr val="bbccdd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794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🏢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371600" y="3749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事務所とリアルタイム共有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4224528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操作するとすぐに事務所の管理画面に反映されます。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56616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sx="100000" sy="100000" kx="0" ky="0" algn="bl" rotWithShape="0" blurRad="76200" dist="38100" dir="2700000">
              <a:srgbClr val="bbccdd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29400" y="3794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🔄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315200" y="3749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ブラウザを閉じても安心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0" y="4224528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途中でスマホを閉じても、開き直すと続きから再開できます。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アプリの開き方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スマートフォンのブラウザで開きます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12188952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68680"/>
            <a:ext cx="3291840" cy="5303520"/>
          </a:xfrm>
          <a:prstGeom prst="roundRect">
            <a:avLst>
              <a:gd name="adj" fmla="val 6944"/>
            </a:avLst>
          </a:prstGeom>
          <a:solidFill>
            <a:srgbClr val="222222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47088" y="5943600"/>
            <a:ext cx="329184" cy="18288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069848"/>
            <a:ext cx="3072384" cy="49011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1069848"/>
            <a:ext cx="3072384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1143000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🚚  Truck Tracker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163677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ブラウザが開いたら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自動的にアプリが表示されます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1208" y="2002536"/>
            <a:ext cx="2980944" cy="320040"/>
          </a:xfrm>
          <a:prstGeom prst="roundRect">
            <a:avLst>
              <a:gd name="adj" fmla="val 14286"/>
            </a:avLst>
          </a:prstGeom>
          <a:solidFill>
            <a:srgbClr val="D6E8F5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039112"/>
            <a:ext cx="28895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980B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読み込み中...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06240" y="9144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起動の手順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206240" y="141732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145389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144475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ブラウザを開く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180136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スマートフォンのChromeやSafariを起動します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242316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4206240" y="245973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09160" y="24505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URLを入力する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280720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担当者から教えてもらったアドレスを入力します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（例: https://○○○.netlify.app）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352044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0" y="355701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09160" y="35478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ホーム画面に追加すると便利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09160" y="390448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ブラウザの「ホーム画面に追加」を使うと、次回からアイコンをタップするだけで開けます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06240" y="5120640"/>
            <a:ext cx="7589520" cy="685800"/>
          </a:xfrm>
          <a:prstGeom prst="rect">
            <a:avLst/>
          </a:prstGeom>
          <a:solidFill>
            <a:srgbClr val="E8F8E8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0" y="5193792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【ポイント】 URLは毎回同じです。ブックマークに保存しておきましょう。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ホーム画面の見方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「計画」タブと「フリー」タブがあります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12188952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68680"/>
            <a:ext cx="3291840" cy="5303520"/>
          </a:xfrm>
          <a:prstGeom prst="roundRect">
            <a:avLst>
              <a:gd name="adj" fmla="val 6944"/>
            </a:avLst>
          </a:prstGeom>
          <a:solidFill>
            <a:srgbClr val="222222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47088" y="5943600"/>
            <a:ext cx="329184" cy="18288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069848"/>
            <a:ext cx="3072384" cy="49011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1069848"/>
            <a:ext cx="3072384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1143000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🚚  Truck Tracker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" y="1545336"/>
            <a:ext cx="1490472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1591056"/>
            <a:ext cx="1490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計画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0" y="1545336"/>
            <a:ext cx="1490472" cy="38404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1591056"/>
            <a:ext cx="1490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フリー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" y="204825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今日の配送計画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" y="2368296"/>
            <a:ext cx="2980944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414016"/>
            <a:ext cx="2798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🗓️ 2026/04/17 市内1コース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重量: 350kg / 5件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1208" y="2935224"/>
            <a:ext cx="2980944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2980944"/>
            <a:ext cx="2798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🗓️ 2026/04/17 郊外2コース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重量: 180kg / 3件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0" y="1325880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0" y="136245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60320" y="1874520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0" y="191109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60320" y="2834640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2560320" y="287121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06240" y="9144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タブの使い分け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206240" y="1417320"/>
            <a:ext cx="7589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1508760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9" name="Text 27"/>
          <p:cNvSpPr/>
          <p:nvPr/>
        </p:nvSpPr>
        <p:spPr>
          <a:xfrm>
            <a:off x="4343400" y="1545336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①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15087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「計画」タブ（通常はこちらを使用）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192024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事務所が事前に登録した配送計画を選んで開始します。重量も自動で読み込まれます。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206240" y="2926080"/>
            <a:ext cx="7589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43400" y="3017520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4" name="Text 32"/>
          <p:cNvSpPr/>
          <p:nvPr/>
        </p:nvSpPr>
        <p:spPr>
          <a:xfrm>
            <a:off x="4343400" y="3054096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②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30175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「フリー」タブ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46320" y="342900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計画がない場合や、臨時の配送に使います。車輌・日付・コースを自分で選びます。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206240" y="4434840"/>
            <a:ext cx="7589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43400" y="4526280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9" name="Text 37"/>
          <p:cNvSpPr/>
          <p:nvPr/>
        </p:nvSpPr>
        <p:spPr>
          <a:xfrm>
            <a:off x="4343400" y="4562856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③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46320" y="45262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計画の一覧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46320" y="493776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今日の配送計画が一覧表示されます。自分が担当する計画をタップして選びます。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STEP 1 ｜ 配送計画を選ぶ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「計画」タブで今日の計画を確認してタップします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12188952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68680"/>
            <a:ext cx="3291840" cy="5303520"/>
          </a:xfrm>
          <a:prstGeom prst="roundRect">
            <a:avLst>
              <a:gd name="adj" fmla="val 6944"/>
            </a:avLst>
          </a:prstGeom>
          <a:solidFill>
            <a:srgbClr val="222222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47088" y="5943600"/>
            <a:ext cx="329184" cy="18288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069848"/>
            <a:ext cx="3072384" cy="49011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1069848"/>
            <a:ext cx="3072384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1143000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🚚  Truck Tracker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" y="1545336"/>
            <a:ext cx="1490472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1591056"/>
            <a:ext cx="1490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計画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0" y="1545336"/>
            <a:ext cx="1490472" cy="38404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1591056"/>
            <a:ext cx="1490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フリー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" y="204825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今日の配送計画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" y="2368296"/>
            <a:ext cx="2980944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414016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▶ 市内1コース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重量 350kg・5件・車輌 未割当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1208" y="3026664"/>
            <a:ext cx="2980944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3072384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▶ 郊外2コース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重量 180kg・3件・車輌 未割当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1208" y="373989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980B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↑ 自分の担当をタップして選択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0" y="1828800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0" y="186537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0" y="9144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操作の流れ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206240" y="146304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0" y="149961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09160" y="14904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「計画」タブが開いているか確認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09160" y="184708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画面上部の「計画」タブが白くなっていれば選択済みです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06240" y="251460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4206240" y="255117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09160" y="254203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今日の計画を確認する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09160" y="289864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自分が担当するコースの配送計画が一覧表示されます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06240" y="352044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4206240" y="355701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9160" y="35478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担当する計画をタップする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709160" y="390448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計画をタップすると、次の画面（車輌選択）に進みます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06240" y="4800600"/>
            <a:ext cx="7589520" cy="685800"/>
          </a:xfrm>
          <a:prstGeom prst="rect">
            <a:avLst/>
          </a:prstGeom>
          <a:solidFill>
            <a:srgbClr val="FFF3CD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0" y="4873752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【注意】 計画が表示されない場合は、事務所に配送計画の登録を依頼してください。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STEP 2 ｜ 車輌を確認して出発する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担当車輌を選び「出発」ボタンを押します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12188952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68680"/>
            <a:ext cx="3291840" cy="5303520"/>
          </a:xfrm>
          <a:prstGeom prst="roundRect">
            <a:avLst>
              <a:gd name="adj" fmla="val 6944"/>
            </a:avLst>
          </a:prstGeom>
          <a:solidFill>
            <a:srgbClr val="222222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47088" y="5943600"/>
            <a:ext cx="329184" cy="18288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069848"/>
            <a:ext cx="3072384" cy="49011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1069848"/>
            <a:ext cx="3072384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1143000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🚚  Truck Tracker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163677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出発前の確認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195681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コース: 市内1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" y="218541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次の届け先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" y="2459736"/>
            <a:ext cx="2980944" cy="411480"/>
          </a:xfrm>
          <a:prstGeom prst="roundRect">
            <a:avLst>
              <a:gd name="adj" fmla="val 11111"/>
            </a:avLst>
          </a:prstGeom>
          <a:solidFill>
            <a:srgbClr val="D6E8F5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496312"/>
            <a:ext cx="288950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▲ 株式会社○○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1208" y="300837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車輌を選ぶ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" y="3282696"/>
            <a:ext cx="298094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3328416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🚚 1号車 (3.5t)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21208" y="3694176"/>
            <a:ext cx="298094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3739896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🚚 2号車 (4t)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1208" y="4288536"/>
            <a:ext cx="2980944" cy="457200"/>
          </a:xfrm>
          <a:prstGeom prst="roundRect">
            <a:avLst>
              <a:gd name="adj" fmla="val 14000"/>
            </a:avLst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" y="4343400"/>
            <a:ext cx="2980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出発 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14600" y="1965960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2514600" y="200253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2926080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2514600" y="296265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06240" y="9144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操作の流れ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4206240" y="146304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4206240" y="149961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09160" y="14904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コースと最初の届け先を確認する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09160" y="184708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自動的に最初の届け先が表示されます。確認してください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06240" y="251460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4206240" y="255117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9160" y="254203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担当する車輌をタップして選ぶ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709160" y="289864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一覧から今日乗る車輌をタップして選択します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06240" y="352044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4206240" y="355701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09160" y="35478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「出発」ボタンを押す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709160" y="390448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緑の「出発」ボタンを押すと配送がスタートします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06240" y="4800600"/>
            <a:ext cx="7589520" cy="685800"/>
          </a:xfrm>
          <a:prstGeom prst="rect">
            <a:avLst/>
          </a:prstGeom>
          <a:solidFill>
            <a:srgbClr val="E8F8E8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0" y="4873752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【ポイント】 別の届け先を先に配達したい場合は「別の届け先を選ぶ」をタップして変更できます。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STEP 3 ｜ 移動中の画面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目的地に向かいながら、到着したら「到着」を押します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12188952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68680"/>
            <a:ext cx="3291840" cy="5303520"/>
          </a:xfrm>
          <a:prstGeom prst="roundRect">
            <a:avLst>
              <a:gd name="adj" fmla="val 6944"/>
            </a:avLst>
          </a:prstGeom>
          <a:solidFill>
            <a:srgbClr val="222222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47088" y="5943600"/>
            <a:ext cx="329184" cy="18288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069848"/>
            <a:ext cx="3072384" cy="49011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1069848"/>
            <a:ext cx="3072384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1143000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🚚  Truck Tracker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" y="1591056"/>
            <a:ext cx="2980944" cy="320040"/>
          </a:xfrm>
          <a:prstGeom prst="roundRect">
            <a:avLst>
              <a:gd name="adj" fmla="val 14286"/>
            </a:avLst>
          </a:prstGeom>
          <a:solidFill>
            <a:srgbClr val="D4EDDA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627632"/>
            <a:ext cx="28895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572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稼働中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1208" y="204825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配送先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1208" y="2295144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株式会社○○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1208" y="2734056"/>
            <a:ext cx="2980944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" y="282549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出発時刻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1208" y="305409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08:35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1208" y="341985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経過時間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1208" y="364845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80B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00:12:45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21208" y="4288536"/>
            <a:ext cx="2980944" cy="502920"/>
          </a:xfrm>
          <a:prstGeom prst="roundRect">
            <a:avLst>
              <a:gd name="adj" fmla="val 12727"/>
            </a:avLst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4343400"/>
            <a:ext cx="298094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到着 📍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14600" y="914400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2514600" y="95097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14600" y="2212848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2514600" y="224942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2971800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7" name="Text 25"/>
          <p:cNvSpPr/>
          <p:nvPr/>
        </p:nvSpPr>
        <p:spPr>
          <a:xfrm>
            <a:off x="2514600" y="300837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9144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移動中の画面の見方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206240" y="146304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4206240" y="149961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09160" y="14904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配送先を確認する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09160" y="184708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現在向かっている届け先の名前が表示されています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06240" y="251460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4206240" y="255117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709160" y="254203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経過時間が自動カウントされる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709160" y="289864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出発してからの時間が自動で表示されます（操作は不要）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06240" y="352044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4206240" y="355701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709160" y="35478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到着したら「到着」ボタンを押す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709160" y="390448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届け先に着いたらオレンジの「到着」ボタンを押します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06240" y="4800600"/>
            <a:ext cx="7589520" cy="685800"/>
          </a:xfrm>
          <a:prstGeom prst="rect">
            <a:avLst/>
          </a:prstGeom>
          <a:solidFill>
            <a:srgbClr val="E8F8E8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97680" y="4873752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【ポイント】 この画面ではスマホを閉じたままでOKです。到着してから画面を開いて「到着」を押してください。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STEP 4 ｜ 到着・重量を入力する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届け先に着いたら重量を入力します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12188952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68680"/>
            <a:ext cx="3291840" cy="5303520"/>
          </a:xfrm>
          <a:prstGeom prst="roundRect">
            <a:avLst>
              <a:gd name="adj" fmla="val 6944"/>
            </a:avLst>
          </a:prstGeom>
          <a:solidFill>
            <a:srgbClr val="222222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47088" y="5943600"/>
            <a:ext cx="329184" cy="18288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069848"/>
            <a:ext cx="3072384" cy="49011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1069848"/>
            <a:ext cx="3072384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1143000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🚚  Truck Tracker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159105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到着しました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186537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配送先: 株式会社○○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" y="213969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配送重量 (kg)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" y="2414016"/>
            <a:ext cx="298094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459736"/>
            <a:ext cx="2889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例: 125.5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1208" y="3008376"/>
            <a:ext cx="2980944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309981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次の届け先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" y="3374136"/>
            <a:ext cx="298094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3419856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▼ △△商店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1208" y="3877056"/>
            <a:ext cx="2980944" cy="438912"/>
          </a:xfrm>
          <a:prstGeom prst="roundRect">
            <a:avLst>
              <a:gd name="adj" fmla="val 14583"/>
            </a:avLst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3931920"/>
            <a:ext cx="2980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次の届け先へ出発 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1208" y="4379976"/>
            <a:ext cx="2980944" cy="384048"/>
          </a:xfrm>
          <a:prstGeom prst="roundRect">
            <a:avLst>
              <a:gd name="adj" fmla="val 16667"/>
            </a:avLst>
          </a:prstGeom>
          <a:solidFill>
            <a:srgbClr val="555555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" y="4434840"/>
            <a:ext cx="2980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帰社へ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14600" y="1097280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2514600" y="113385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2514600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7" name="Text 25"/>
          <p:cNvSpPr/>
          <p:nvPr/>
        </p:nvSpPr>
        <p:spPr>
          <a:xfrm>
            <a:off x="2514600" y="255117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514600" y="3063240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9" name="Text 27"/>
          <p:cNvSpPr/>
          <p:nvPr/>
        </p:nvSpPr>
        <p:spPr>
          <a:xfrm>
            <a:off x="2514600" y="309981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206240" y="9144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操作の流れ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4206240" y="146304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4206240" y="149961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09160" y="14904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重量（kg）を入力する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9160" y="184708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数字キーで配送重量を入力します。小数点も入力できます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06240" y="251460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4206240" y="255117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709160" y="254203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次の届け先を選んで「出発」を押す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09160" y="289864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次に向かう届け先を選択して「次の届け先へ出発」を押します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06240" y="352044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0" name="Text 38"/>
          <p:cNvSpPr/>
          <p:nvPr/>
        </p:nvSpPr>
        <p:spPr>
          <a:xfrm>
            <a:off x="4206240" y="355701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709160" y="35478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全件終わったら「帰社へ」を押す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709160" y="390448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すべての配達が終わったら「帰社へ」ボタンで帰社フローに進みます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206240" y="4800600"/>
            <a:ext cx="7589520" cy="685800"/>
          </a:xfrm>
          <a:prstGeom prst="rect">
            <a:avLst/>
          </a:prstGeom>
          <a:solidFill>
            <a:srgbClr val="E8F8E8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0" y="4873752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【ポイント】 配達の途中でも「帰社へ」を押して帰社できます。全件終わらなくても大丈夫です。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STEP 5 ｜ 帰社する（ODOメーター入力）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帰社したらメーターを確認して入力します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12188952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68680"/>
            <a:ext cx="3291840" cy="5303520"/>
          </a:xfrm>
          <a:prstGeom prst="roundRect">
            <a:avLst>
              <a:gd name="adj" fmla="val 6944"/>
            </a:avLst>
          </a:prstGeom>
          <a:solidFill>
            <a:srgbClr val="222222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47088" y="5943600"/>
            <a:ext cx="329184" cy="18288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069848"/>
            <a:ext cx="3072384" cy="49011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1069848"/>
            <a:ext cx="3072384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1143000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🚚  Truck Tracker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159105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帰社の記録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191109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お疲れ様でした！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帰社時のODOメーターを入力してください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21208" y="250545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帰社時ODO (km)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" y="2779776"/>
            <a:ext cx="298094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25496"/>
            <a:ext cx="2889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例: 12580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1208" y="332841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前回帰社時: 12345 km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1208" y="4014216"/>
            <a:ext cx="2980944" cy="502920"/>
          </a:xfrm>
          <a:prstGeom prst="roundRect">
            <a:avLst>
              <a:gd name="adj" fmla="val 12727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4069080"/>
            <a:ext cx="298094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帰社を記録する 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14600" y="1417320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2514600" y="145389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14600" y="2697480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2514600" y="273405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0" y="9144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操作の流れ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206240" y="146304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0" y="149961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09160" y="14904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車に乗ったままODOメーターを確認する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09160" y="184708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ダッシュボードの走行距離計（ODOメーター）の数字を確認します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06240" y="251460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4206240" y="255117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09160" y="254203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km数を入力する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09160" y="289864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ODOメーターの数字をそのまま入力してください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06240" y="352044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4206240" y="355701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9160" y="35478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「帰社を記録する」を押す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709160" y="390448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ボタンを押すと今日の配送記録が確定します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06240" y="4800600"/>
            <a:ext cx="7589520" cy="685800"/>
          </a:xfrm>
          <a:prstGeom prst="rect">
            <a:avLst/>
          </a:prstGeom>
          <a:solidFill>
            <a:srgbClr val="E8F8E8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0" y="4873752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【ポイント】 ODOは走行距離の管理に使います。入力した値が次回出発時の参考値になります。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STEP 6 ｜ 完了！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今日の配送記録が確定しました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12188952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68680"/>
            <a:ext cx="3291840" cy="5303520"/>
          </a:xfrm>
          <a:prstGeom prst="roundRect">
            <a:avLst>
              <a:gd name="adj" fmla="val 6944"/>
            </a:avLst>
          </a:prstGeom>
          <a:solidFill>
            <a:srgbClr val="222222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47088" y="5943600"/>
            <a:ext cx="329184" cy="18288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069848"/>
            <a:ext cx="3072384" cy="49011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1069848"/>
            <a:ext cx="3072384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1143000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🚚  Truck Tracker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" y="1636776"/>
            <a:ext cx="2980944" cy="411480"/>
          </a:xfrm>
          <a:prstGeom prst="roundRect">
            <a:avLst>
              <a:gd name="adj" fmla="val 11111"/>
            </a:avLst>
          </a:prstGeom>
          <a:solidFill>
            <a:srgbClr val="D4EDDA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673352"/>
            <a:ext cx="288950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572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✅ 配送完了！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1208" y="218541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本日の配送サマリー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" y="2505456"/>
            <a:ext cx="298094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551176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🚚 コース: 市内1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1208" y="2916936"/>
            <a:ext cx="298094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962656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📦 総重量: 530 kg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1208" y="3328416"/>
            <a:ext cx="298094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3374136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📍 配達件数: 5件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1208" y="3739896"/>
            <a:ext cx="298094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3785616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🛣️ 走行距離: 235 km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1208" y="4379976"/>
            <a:ext cx="2980944" cy="438912"/>
          </a:xfrm>
          <a:prstGeom prst="roundRect">
            <a:avLst>
              <a:gd name="adj" fmla="val 14583"/>
            </a:avLst>
          </a:prstGeom>
          <a:solidFill>
            <a:srgbClr val="2980B9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" y="4434840"/>
            <a:ext cx="2980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新しい日報を開始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0" y="9144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完了後の確認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206240" y="141732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お疲れ様でした！今日の配送記録が自動的に事務所に送信されました。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06240" y="2331720"/>
            <a:ext cx="7589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242316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▶ 総重量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34840" y="278892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今日配達した荷物の合計重量（kg）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06240" y="3611880"/>
            <a:ext cx="7589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370332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▶ 配達件数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34840" y="406908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今日訪問した届け先の数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206240" y="4892040"/>
            <a:ext cx="7589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498348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▶ 走行距離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434840" y="534924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出発時〜帰社時のODO差分（km）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フリーモードの使い方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計画がない場合や臨時の配送に使います（フリータブ）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12188952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68680"/>
            <a:ext cx="3291840" cy="5303520"/>
          </a:xfrm>
          <a:prstGeom prst="roundRect">
            <a:avLst>
              <a:gd name="adj" fmla="val 6944"/>
            </a:avLst>
          </a:prstGeom>
          <a:solidFill>
            <a:srgbClr val="222222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47088" y="5943600"/>
            <a:ext cx="329184" cy="18288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069848"/>
            <a:ext cx="3072384" cy="49011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1069848"/>
            <a:ext cx="3072384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1143000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🚚  Truck Tracker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" y="1545336"/>
            <a:ext cx="1490472" cy="38404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1591056"/>
            <a:ext cx="1490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計画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0" y="1545336"/>
            <a:ext cx="1490472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1591056"/>
            <a:ext cx="1490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フリー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" y="204825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支店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1208" y="2276856"/>
            <a:ext cx="2980944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322576"/>
            <a:ext cx="2798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本社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21208" y="268833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車輌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1208" y="2916936"/>
            <a:ext cx="2980944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2962656"/>
            <a:ext cx="2798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1号車 (3.5t)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21208" y="332841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日付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1208" y="3557016"/>
            <a:ext cx="2980944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3602736"/>
            <a:ext cx="2798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2026/04/17（木）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1208" y="396849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コース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1208" y="4197096"/>
            <a:ext cx="2980944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" y="4242816"/>
            <a:ext cx="2798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市内1（月・水・金）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1208" y="4700016"/>
            <a:ext cx="2980944" cy="438912"/>
          </a:xfrm>
          <a:prstGeom prst="roundRect">
            <a:avLst>
              <a:gd name="adj" fmla="val 14583"/>
            </a:avLst>
          </a:prstGeom>
          <a:solidFill>
            <a:srgbClr val="2980B9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" y="4754880"/>
            <a:ext cx="2980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次へ 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14600" y="896112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0" name="Text 28"/>
          <p:cNvSpPr/>
          <p:nvPr/>
        </p:nvSpPr>
        <p:spPr>
          <a:xfrm>
            <a:off x="2514600" y="93268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514600" y="1536192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2514600" y="157276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514600" y="2743200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4" name="Text 32"/>
          <p:cNvSpPr/>
          <p:nvPr/>
        </p:nvSpPr>
        <p:spPr>
          <a:xfrm>
            <a:off x="2514600" y="277977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514600" y="3337560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ext 34"/>
          <p:cNvSpPr/>
          <p:nvPr/>
        </p:nvSpPr>
        <p:spPr>
          <a:xfrm>
            <a:off x="2514600" y="337413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206240" y="9144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フリーモードの操作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4206240" y="141732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9" name="Text 37"/>
          <p:cNvSpPr/>
          <p:nvPr/>
        </p:nvSpPr>
        <p:spPr>
          <a:xfrm>
            <a:off x="4206240" y="145389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709160" y="144475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「フリー」タブをタップ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709160" y="180136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画面上部の「フリー」タブをタップします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06240" y="237744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3" name="Text 41"/>
          <p:cNvSpPr/>
          <p:nvPr/>
        </p:nvSpPr>
        <p:spPr>
          <a:xfrm>
            <a:off x="4206240" y="241401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709160" y="24048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車輌と日付を選ぶ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709160" y="276148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担当する車輌と日付を選択します（日付は自動で今日になります）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206240" y="333756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7" name="Text 45"/>
          <p:cNvSpPr/>
          <p:nvPr/>
        </p:nvSpPr>
        <p:spPr>
          <a:xfrm>
            <a:off x="4206240" y="337413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709160" y="33649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コースを選ぶ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709160" y="372160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担当するコースをリストから選びます（今日の曜日に対応したコースのみ表示）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206240" y="429768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1" name="Text 49"/>
          <p:cNvSpPr/>
          <p:nvPr/>
        </p:nvSpPr>
        <p:spPr>
          <a:xfrm>
            <a:off x="4206240" y="433425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709160" y="43251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「次へ」ボタンを押す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709160" y="468172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以降はSTEP 2以降と同じ流れで配送を記録します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206240" y="5394960"/>
            <a:ext cx="7589520" cy="685800"/>
          </a:xfrm>
          <a:prstGeom prst="rect">
            <a:avLst/>
          </a:prstGeom>
          <a:solidFill>
            <a:srgbClr val="FFF3CD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97680" y="5468112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【注意】 通常は「計画」タブを使ってください。フリーモードは緊急時や計画外の配送向けです。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こんなときは？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困ったときの対処法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12188952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11430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61288"/>
            <a:ext cx="548640" cy="347472"/>
          </a:xfrm>
          <a:prstGeom prst="roundRect">
            <a:avLst>
              <a:gd name="adj" fmla="val 13158"/>
            </a:avLst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887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Q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188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スマホを閉じてしまった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5727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 再度ブラウザで同じURLを開くと、続きの画面から再開できます。記録は消えていません。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11430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532888"/>
            <a:ext cx="548640" cy="347472"/>
          </a:xfrm>
          <a:prstGeom prst="roundRect">
            <a:avLst>
              <a:gd name="adj" fmla="val 13158"/>
            </a:avLst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5603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Q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560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「出発」を押してしまった（間違い）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944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 画面に「取消」ボタンが表示されています。押すと1つ前の状態に戻ります。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11430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904488"/>
            <a:ext cx="548640" cy="347472"/>
          </a:xfrm>
          <a:prstGeom prst="roundRect">
            <a:avLst>
              <a:gd name="adj" fmla="val 13158"/>
            </a:avLst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9319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Q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931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今日の計画が表示されない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43159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 事務所に配送計画が登録されているか確認してもらってください。または「フリー」タブを使ってください。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5212080"/>
            <a:ext cx="11430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5276088"/>
            <a:ext cx="548640" cy="347472"/>
          </a:xfrm>
          <a:prstGeom prst="roundRect">
            <a:avLst>
              <a:gd name="adj" fmla="val 13158"/>
            </a:avLst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53035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Q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53035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画面が動かない・エラーが出る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56875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 ページを再読み込み（更新）してみてください。それでも解決しない場合は事務所に連絡してください。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操作の流れ まとめ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737360" cy="4114800"/>
          </a:xfrm>
          <a:prstGeom prst="roundRect">
            <a:avLst>
              <a:gd name="adj" fmla="val 6316"/>
            </a:avLst>
          </a:prstGeom>
          <a:solidFill>
            <a:srgbClr val="2980B9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" y="10972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113385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計画を選ぶ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389120"/>
            <a:ext cx="173736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434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計画タブ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4884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BD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86000" y="1005840"/>
            <a:ext cx="1737360" cy="4114800"/>
          </a:xfrm>
          <a:prstGeom prst="roundRect">
            <a:avLst>
              <a:gd name="adj" fmla="val 6316"/>
            </a:avLst>
          </a:prstGeom>
          <a:solidFill>
            <a:srgbClr val="16A085"/>
          </a:solidFill>
          <a:ln/>
        </p:spPr>
      </p:sp>
      <p:sp>
        <p:nvSpPr>
          <p:cNvPr id="11" name="Shape 9"/>
          <p:cNvSpPr/>
          <p:nvPr/>
        </p:nvSpPr>
        <p:spPr>
          <a:xfrm>
            <a:off x="2944368" y="10972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944368" y="113385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08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31720" y="169164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車輌を選んで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出発を押す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0" y="4389120"/>
            <a:ext cx="173736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4434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出発前画面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6908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BD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206240" y="1005840"/>
            <a:ext cx="1737360" cy="4114800"/>
          </a:xfrm>
          <a:prstGeom prst="roundRect">
            <a:avLst>
              <a:gd name="adj" fmla="val 6316"/>
            </a:avLst>
          </a:prstGeom>
          <a:solidFill>
            <a:srgbClr val="8E44AD"/>
          </a:solidFill>
          <a:ln/>
        </p:spPr>
      </p:sp>
      <p:sp>
        <p:nvSpPr>
          <p:cNvPr id="18" name="Shape 16"/>
          <p:cNvSpPr/>
          <p:nvPr/>
        </p:nvSpPr>
        <p:spPr>
          <a:xfrm>
            <a:off x="4864608" y="10972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864608" y="113385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51960" y="169164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目的地へ移動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06240" y="4389120"/>
            <a:ext cx="173736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0" y="4434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移動中画面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8932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BD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126480" y="1005840"/>
            <a:ext cx="1737360" cy="4114800"/>
          </a:xfrm>
          <a:prstGeom prst="roundRect">
            <a:avLst>
              <a:gd name="adj" fmla="val 6316"/>
            </a:avLst>
          </a:prstGeom>
          <a:solidFill>
            <a:srgbClr val="D354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784848" y="10972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784848" y="113385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354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72200" y="169164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「到着」を押す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重量を入力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4389120"/>
            <a:ext cx="173736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4434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到着後画面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0956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BD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046720" y="1005840"/>
            <a:ext cx="1737360" cy="4114800"/>
          </a:xfrm>
          <a:prstGeom prst="roundRect">
            <a:avLst>
              <a:gd name="adj" fmla="val 6316"/>
            </a:avLst>
          </a:prstGeom>
          <a:solidFill>
            <a:srgbClr val="C0392B"/>
          </a:solidFill>
          <a:ln/>
        </p:spPr>
      </p:sp>
      <p:sp>
        <p:nvSpPr>
          <p:cNvPr id="32" name="Shape 30"/>
          <p:cNvSpPr/>
          <p:nvPr/>
        </p:nvSpPr>
        <p:spPr>
          <a:xfrm>
            <a:off x="8705088" y="10972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8705088" y="113385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092440" y="169164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全件配達後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「帰社へ」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46720" y="4389120"/>
            <a:ext cx="173736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6" name="Text 34"/>
          <p:cNvSpPr/>
          <p:nvPr/>
        </p:nvSpPr>
        <p:spPr>
          <a:xfrm>
            <a:off x="8046720" y="4434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帰社前画面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82980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BD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966960" y="1005840"/>
            <a:ext cx="1737360" cy="4114800"/>
          </a:xfrm>
          <a:prstGeom prst="roundRect">
            <a:avLst>
              <a:gd name="adj" fmla="val 6316"/>
            </a:avLst>
          </a:prstGeom>
          <a:solidFill>
            <a:srgbClr val="27AE60"/>
          </a:solidFill>
          <a:ln/>
        </p:spPr>
      </p:sp>
      <p:sp>
        <p:nvSpPr>
          <p:cNvPr id="39" name="Shape 37"/>
          <p:cNvSpPr/>
          <p:nvPr/>
        </p:nvSpPr>
        <p:spPr>
          <a:xfrm>
            <a:off x="10625328" y="10972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10625328" y="113385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012680" y="169164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ODOを入力して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帰社記録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966960" y="4389120"/>
            <a:ext cx="173736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3" name="Text 41"/>
          <p:cNvSpPr/>
          <p:nvPr/>
        </p:nvSpPr>
        <p:spPr>
          <a:xfrm>
            <a:off x="9966960" y="4434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帰社画面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0" y="5303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BBD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この流れを毎回繰り返します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2026-04-17T01:18:38Z</dcterms:created>
  <dcterms:modified xsi:type="dcterms:W3CDTF">2026-04-17T01:18:38Z</dcterms:modified>
</cp:coreProperties>
</file>